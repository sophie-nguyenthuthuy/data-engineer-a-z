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598944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598944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Observability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598944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&amp; Lineage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598944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 pipeline hỏng trước khi sếp biết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61668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 vs Observability · 4 tín hiệu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226715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là gì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434644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OpenLineage &amp; Marquez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379326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SLA &amp; on-call cho DE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94180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tra incident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95297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4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 kiểm tra cái mình nghĩ ra; Observability thấy cái mình không ngờ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39385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810000"/>
            <a:ext cx="386627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= câu hỏi đã biết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7291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600575"/>
            <a:ext cx="970003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Observability = theo dõi liên tục, phát hiện bất thường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5197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391150"/>
            <a:ext cx="18906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cả hai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3103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6181725"/>
            <a:ext cx="76355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 lớn, nhiều bảng không test nổi hết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17443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tín hiệu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Freshness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076700" y="3238500"/>
            <a:ext cx="542055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cập nhật lần cuối khi nào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4067175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076700" y="4067175"/>
            <a:ext cx="471945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dòng so với bình thường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4895850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076700" y="4895850"/>
            <a:ext cx="43179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 thêm / bớt / đổi kiểu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724525"/>
            <a:ext cx="3143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Distribution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076700" y="5724525"/>
            <a:ext cx="75590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null %, trung bình, top value đổi bất thường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58838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4 tín hiệu </a:t>
            </a:r>
            <a:pPr algn="l" indent="0" marL="0">
              <a:buNone/>
            </a:pPr>
            <a:r>
              <a:rPr lang="en-US" sz="27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silver.pos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77200" cy="2095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3975" y="3381375"/>
            <a:ext cx="19168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FRESHNESS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91525" y="3431381"/>
            <a:ext cx="190500" cy="190500"/>
          </a:xfrm>
          <a:prstGeom prst="ellipse">
            <a:avLst/>
          </a:prstGeom>
          <a:solidFill>
            <a:srgbClr val="1FA7A0"/>
          </a:solidFill>
          <a:ln/>
        </p:spPr>
      </p:sp>
      <p:sp>
        <p:nvSpPr>
          <p:cNvPr id="7" name="Text 5"/>
          <p:cNvSpPr/>
          <p:nvPr/>
        </p:nvSpPr>
        <p:spPr>
          <a:xfrm>
            <a:off x="1323975" y="3757613"/>
            <a:ext cx="798385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phút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23975" y="4519613"/>
            <a:ext cx="7983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SLA 15 phút · bình thường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96400" y="3048000"/>
            <a:ext cx="8077200" cy="2095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0" y="3390900"/>
            <a:ext cx="137402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64000" y="3440906"/>
            <a:ext cx="190500" cy="190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757613"/>
            <a:ext cx="79629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−42%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715500" y="4510088"/>
            <a:ext cx="79629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với trung bình 7 ngày · lệch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5448300"/>
            <a:ext cx="8077200" cy="2095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3975" y="5781675"/>
            <a:ext cx="13803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91525" y="5831681"/>
            <a:ext cx="190500" cy="190500"/>
          </a:xfrm>
          <a:prstGeom prst="ellipse">
            <a:avLst/>
          </a:prstGeom>
          <a:solidFill>
            <a:srgbClr val="1FA7A0"/>
          </a:solidFill>
          <a:ln/>
        </p:spPr>
      </p:sp>
      <p:sp>
        <p:nvSpPr>
          <p:cNvPr id="17" name="Text 15"/>
          <p:cNvSpPr/>
          <p:nvPr/>
        </p:nvSpPr>
        <p:spPr>
          <a:xfrm>
            <a:off x="1323975" y="6157913"/>
            <a:ext cx="798385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đổi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23975" y="6919913"/>
            <a:ext cx="7983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 cột · lần đổi cuối 14 ngày trước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96400" y="5448300"/>
            <a:ext cx="8077200" cy="209550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5975" y="5781675"/>
            <a:ext cx="23574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73525" y="5831681"/>
            <a:ext cx="190500" cy="190500"/>
          </a:xfrm>
          <a:prstGeom prst="ellipse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5975" y="6157913"/>
            <a:ext cx="798385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null store_id </a:t>
            </a:r>
            <a:pPr algn="l" indent="0" marL="0">
              <a:buNone/>
            </a:pPr>
            <a:r>
              <a:rPr lang="en-US" sz="42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 → 8%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05975" y="6919913"/>
            <a:ext cx="7983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 báo · chưa chặn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 giảm + null tăng cùng lúc = một cửa hàng gửi dữ liệu hỏng.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28036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91272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nào sinh từ bảng nào, bởi job nào, lúc nào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389984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 bảng vs cấp cột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95875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16683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81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để: tìm gốc lỗi </a:t>
            </a:r>
            <a:pPr algn="l" indent="0" marL="0">
              <a:lnSpc>
                <a:spcPct val="118681"/>
              </a:lnSpc>
              <a:buNone/>
            </a:pPr>
            <a:r>
              <a:rPr lang="en-US" sz="27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ngược dòng </a:t>
            </a:r>
            <a:pPr algn="l" indent="0" marL="0">
              <a:lnSpc>
                <a:spcPct val="118681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đánh giá ảnh hưởng </a:t>
            </a:r>
            <a:pPr algn="l" indent="0" marL="0">
              <a:lnSpc>
                <a:spcPct val="118681"/>
              </a:lnSpc>
              <a:buNone/>
            </a:pPr>
            <a:r>
              <a:rPr lang="en-US" sz="27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xuôi dòng </a:t>
            </a:r>
            <a:pPr algn="l" indent="0" marL="0">
              <a:lnSpc>
                <a:spcPct val="118681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xoá bảng không ai dùng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45845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OpenLineage &amp; Marquez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14675"/>
            <a:ext cx="3429000" cy="1047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" y="3143250"/>
            <a:ext cx="34747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429125"/>
            <a:ext cx="3429000" cy="1047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" y="4457700"/>
            <a:ext cx="34747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43575"/>
            <a:ext cx="3429000" cy="1047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5772150"/>
            <a:ext cx="34747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</a:t>
            </a:r>
            <a:endParaRPr lang="en-US" sz="2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3048000"/>
            <a:ext cx="2286000" cy="3810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29400" y="3769519"/>
            <a:ext cx="4572000" cy="2366963"/>
          </a:xfrm>
          <a:prstGeom prst="rect">
            <a:avLst/>
          </a:prstGeom>
          <a:ln w="19050">
            <a:solidFill>
              <a:srgbClr val="1FA7A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953250" y="4055269"/>
            <a:ext cx="4316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OPENLINEAGE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53250" y="4479131"/>
            <a:ext cx="43167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job: spark_silver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53250" y="4836319"/>
            <a:ext cx="43167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run: 2026-11-20 · COMPLETE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53250" y="5193506"/>
            <a:ext cx="43167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inputs: [bronze.pos]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53250" y="5550694"/>
            <a:ext cx="43167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outputs: [silver.pos]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667250"/>
            <a:ext cx="2286000" cy="571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3487400" y="3524250"/>
            <a:ext cx="3886200" cy="2857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4589926" y="4155281"/>
            <a:ext cx="168114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Marquez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14703623" y="4722019"/>
            <a:ext cx="14537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event vẽ đồ thị API truy vấn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mở, không khoá vendor.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81561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 thị lineage dự 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2823195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5880" y="4341019"/>
            <a:ext cx="11163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pos_raw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68996" y="4726781"/>
            <a:ext cx="7902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7595" y="4524375"/>
            <a:ext cx="571500" cy="285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09095" y="4095750"/>
            <a:ext cx="2823195" cy="1143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51971" y="4341019"/>
            <a:ext cx="147110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pos_clean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050854" y="4726781"/>
            <a:ext cx="14736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 · Spark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290" y="4524375"/>
            <a:ext cx="571500" cy="285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03790" y="4000500"/>
            <a:ext cx="2823195" cy="1333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72401" y="4341019"/>
            <a:ext cx="16344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8631064" y="4726781"/>
            <a:ext cx="10447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sửa</a:t>
            </a:r>
            <a:endParaRPr lang="en-US" sz="16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6985" y="4524375"/>
            <a:ext cx="571500" cy="2857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098485" y="4095750"/>
            <a:ext cx="2880420" cy="1143000"/>
          </a:xfrm>
          <a:prstGeom prst="rect">
            <a:avLst/>
          </a:prstGeom>
          <a:ln w="28575">
            <a:solidFill>
              <a:srgbClr val="8FA3BF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11127060" y="4341019"/>
            <a:ext cx="31055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store_revenue_daily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1873433" y="4726781"/>
            <a:ext cx="14634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 ảnh hưởng</a:t>
            </a:r>
            <a:endParaRPr lang="en-US" sz="16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78905" y="4524375"/>
            <a:ext cx="571500" cy="2857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4550405" y="4095750"/>
            <a:ext cx="2823195" cy="1143000"/>
          </a:xfrm>
          <a:prstGeom prst="rect">
            <a:avLst/>
          </a:prstGeom>
          <a:ln w="28575">
            <a:solidFill>
              <a:srgbClr val="8FA3BF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15268947" y="4348163"/>
            <a:ext cx="15247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14593788" y="4719638"/>
            <a:ext cx="3009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 ảnh hưởng · 3 người xem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914400" y="3162300"/>
            <a:ext cx="266700" cy="38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24" name="Text 18"/>
          <p:cNvSpPr/>
          <p:nvPr/>
        </p:nvSpPr>
        <p:spPr>
          <a:xfrm>
            <a:off x="1276350" y="3048000"/>
            <a:ext cx="13098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ngược dòng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2890986" y="3162300"/>
            <a:ext cx="266700" cy="381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6" name="Text 20"/>
          <p:cNvSpPr/>
          <p:nvPr/>
        </p:nvSpPr>
        <p:spPr>
          <a:xfrm>
            <a:off x="3252936" y="3048000"/>
            <a:ext cx="11015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xuôi dòng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fact_sales thì biết ai sẽ gọi.</a:t>
            </a:r>
            <a:endParaRPr lang="en-US" sz="2700" dirty="0"/>
          </a:p>
        </p:txBody>
      </p:sp>
      <p:sp>
        <p:nvSpPr>
          <p:cNvPr id="28" name="Text 22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79198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hình OpenLineage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607672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607672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airflow · openlineage.yml  (pip install apache-airflow-providers-openlineage)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transport: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type: http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url: http://marquez:5000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endpoint: api/v1/lineage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namespace: coffee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spark · spark-defaults.conf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spark.jars.packages            io.openlineage:openlineage-spark_2.12:1.x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spark.extraListeners           io.openlineage.spark.agent.OpenLineageSparkListener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spark.openlineage.transport.type  http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01404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spark.openlineage.transport.url   http://marquez:5000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spark.openlineage.namespace       coffee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2550" y="8187482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dbt · chạy qua dbt-ol thay cho dbt:   dbt-ol build --select +fact_sales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710613"/>
            <a:ext cx="1094276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một URL, cùng namespace → Marquez nối ba nguồn thành một đồ thị.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6759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SLA và on-call cho 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794972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bảng gold có SLA, ví dụ sẵn sàng 7:00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134705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 khi freshness quá SLA, không alert khi retry thành công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49287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Runbook cho 5 lỗi hay gặp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57965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Xoay vòng on-call, không một người mãi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184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 điều tra incident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2220664" cy="2206823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33873" y="3495675"/>
            <a:ext cx="181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71861" y="3900488"/>
            <a:ext cx="70574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87464" y="3238500"/>
            <a:ext cx="2220664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2753" y="3495675"/>
            <a:ext cx="2300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30339" y="3900488"/>
            <a:ext cx="1934914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ngược dòng, tìm bảng đầu tiên lệch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660529" y="3238500"/>
            <a:ext cx="2220664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3436" y="3495675"/>
            <a:ext cx="234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3404" y="3900488"/>
            <a:ext cx="193491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run của job đó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33593" y="3238500"/>
            <a:ext cx="2220739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2854" y="3495675"/>
            <a:ext cx="2422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76468" y="3900488"/>
            <a:ext cx="1934989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schema / volume với hôm qua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06732" y="3238500"/>
            <a:ext cx="2220664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99341" y="3495675"/>
            <a:ext cx="2353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0542" y="3900488"/>
            <a:ext cx="55297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779797" y="3238500"/>
            <a:ext cx="2220664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70471" y="3495675"/>
            <a:ext cx="2392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22672" y="3900488"/>
            <a:ext cx="193491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 xuôi dòng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5152861" y="3238500"/>
            <a:ext cx="2220664" cy="220682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56484" y="3495675"/>
            <a:ext cx="2134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295736" y="3900488"/>
            <a:ext cx="193491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42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Postmortem ngắn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 vào email không ai đọc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 riêng, có owner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 500 bảng với cùng ngưỡng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 gold và nguồn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vẽ tay trong Confluence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sinh từ job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tra từ dashboard ngược lại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cho biết đi từ đâu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952976" cy="1264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04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#21 — Lineage từ POS đến dashboard + alert freshness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3443288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443288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550" y="3333750"/>
            <a:ext cx="103797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Marquez (</a:t>
            </a:r>
            <a:pPr algn="l" indent="0" marL="0">
              <a:lnSpc>
                <a:spcPct val="106579"/>
              </a:lnSpc>
              <a:buNone/>
            </a:pPr>
            <a:r>
              <a:rPr lang="en-US" sz="1875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PROFILE=all </a:t>
            </a:r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), bật OpenLineage cho Airflow, Spark, dbt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35292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5292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33550" y="4436269"/>
            <a:ext cx="605959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DAG #19, mở Marquez xem đồ thị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15302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5302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550" y="5236369"/>
            <a:ext cx="1072920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task kiểm tra freshness + volume cho 3 bảng, gửi Slack khi lệch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5312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95312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33550" y="6036469"/>
            <a:ext cx="535899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 Debezium 20 phút, xem alert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75322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75322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33550" y="6836569"/>
            <a:ext cx="417520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lineage tìm bảng gốc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420600" y="33337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7433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2624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 thị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 6 nút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9482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Alert đến trong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phút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khi dừng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9701" y="3975274"/>
            <a:ext cx="414859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5126" y="4722986"/>
            <a:ext cx="1257774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dùng để làm gì khi incident?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947242" y="5911676"/>
            <a:ext cx="103935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gốc ngược dòng, đánh giá ảnh hưởng xuôi dòng, biết backfill cái gì.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2486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17269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346772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 và Infrastructure as Code cho Data Pipeline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24861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15/1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2026-10-22T11:15:33Z</dcterms:created>
  <dcterms:modified xsi:type="dcterms:W3CDTF">2026-10-22T11:15:33Z</dcterms:modified>
</cp:coreProperties>
</file>