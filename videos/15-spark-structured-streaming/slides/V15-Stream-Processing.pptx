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7264918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726491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Stream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726491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Processing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726491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 Streaming · watermark · window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2192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05000" y="3357563"/>
            <a:ext cx="526486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Event time vs processing time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2672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2672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5000" y="4386263"/>
            <a:ext cx="678491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loại window · Watermark &amp; late data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959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2959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5000" y="5414963"/>
            <a:ext cx="34220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State &amp; checkpoint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3246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3246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905000" y="6443663"/>
            <a:ext cx="523776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 Streaming vs Flink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3533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3533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905000" y="7472363"/>
            <a:ext cx="548644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Doanh thu 5 phút mỗi cửa hàng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6694869" y="9424988"/>
            <a:ext cx="7549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4384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02320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Event time vs processing time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733531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Event time = lúc việc xảy ra (máy POS)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682527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Processing time = lúc hệ thống thấy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685695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 chậm, máy offline → đến muộn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812620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 theo event time thì mới đúng nghiệp vụ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96655" y="9424988"/>
            <a:ext cx="7531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36576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95793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 kiện đến muộn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5334000"/>
            <a:ext cx="16459200" cy="571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4000500"/>
            <a:ext cx="6858000" cy="123825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83668" y="4438650"/>
            <a:ext cx="356955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window 10:00 – 10:05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519217" y="4474369"/>
            <a:ext cx="116004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 đóng?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5524500"/>
            <a:ext cx="8191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10:00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581900" y="5524500"/>
            <a:ext cx="8191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10:05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106400" y="5524500"/>
            <a:ext cx="819150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10:09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6400800" y="5200650"/>
            <a:ext cx="323850" cy="32385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2" name="Text 10"/>
          <p:cNvSpPr/>
          <p:nvPr/>
        </p:nvSpPr>
        <p:spPr>
          <a:xfrm>
            <a:off x="5676900" y="6000750"/>
            <a:ext cx="294262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event time 10:04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676900" y="6353175"/>
            <a:ext cx="294262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 POS offline lúc này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258800" y="5200650"/>
            <a:ext cx="323850" cy="323850"/>
          </a:xfrm>
          <a:prstGeom prst="ellipse">
            <a:avLst/>
          </a:prstGeom>
          <a:solidFill>
            <a:srgbClr val="0B1F3A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9650" y="6000750"/>
            <a:ext cx="262526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đến hệ thống 10:09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439650" y="6353175"/>
            <a:ext cx="262526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processing time</a:t>
            </a:r>
            <a:endParaRPr lang="en-US" sz="1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24650" y="4572000"/>
            <a:ext cx="6572250" cy="7620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4439900" y="3810000"/>
            <a:ext cx="1071414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?</a:t>
            </a:r>
            <a:endParaRPr lang="en-US" sz="12000" dirty="0"/>
          </a:p>
        </p:txBody>
      </p:sp>
      <p:sp>
        <p:nvSpPr>
          <p:cNvPr id="19" name="Text 16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của mọi stream processor: đợi bao lâu?</a:t>
            </a:r>
            <a:endParaRPr lang="en-US" sz="2700" dirty="0"/>
          </a:p>
        </p:txBody>
      </p:sp>
      <p:sp>
        <p:nvSpPr>
          <p:cNvPr id="20" name="Text 17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04/15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0" y="10172700"/>
            <a:ext cx="48768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77643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loại window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959894"/>
            <a:ext cx="2724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Tumbling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14400" y="3321844"/>
            <a:ext cx="27241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 phút, không chồng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390900" y="2952750"/>
            <a:ext cx="2266950" cy="6667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1375" y="2981325"/>
            <a:ext cx="22860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10:00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734050" y="2952750"/>
            <a:ext cx="2266950" cy="6667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24525" y="2981325"/>
            <a:ext cx="22860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10:05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077200" y="2952750"/>
            <a:ext cx="2266950" cy="6667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67675" y="2981325"/>
            <a:ext cx="22860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10:10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0420350" y="2952750"/>
            <a:ext cx="2266950" cy="6667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10825" y="2981325"/>
            <a:ext cx="22860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10:15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2763500" y="2952750"/>
            <a:ext cx="2266950" cy="6667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753975" y="2981325"/>
            <a:ext cx="22860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10:20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106650" y="2952750"/>
            <a:ext cx="2266950" cy="6667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097125" y="2981325"/>
            <a:ext cx="22860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10:25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4243388"/>
            <a:ext cx="2724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Sliding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914400" y="4605338"/>
            <a:ext cx="25527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 phút, trượt mỗi 1 phút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390900" y="4000500"/>
            <a:ext cx="4194795" cy="4191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29844" y="4343400"/>
            <a:ext cx="4194795" cy="4191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68788" y="4686300"/>
            <a:ext cx="4194795" cy="4191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07732" y="5029200"/>
            <a:ext cx="4194795" cy="4191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382250" y="4000500"/>
            <a:ext cx="4194795" cy="419100"/>
          </a:xfrm>
          <a:prstGeom prst="rect">
            <a:avLst/>
          </a:prstGeom>
          <a:ln w="28575">
            <a:solidFill>
              <a:srgbClr val="1FA7A0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221194" y="4343400"/>
            <a:ext cx="4194795" cy="419100"/>
          </a:xfrm>
          <a:prstGeom prst="rect">
            <a:avLst/>
          </a:prstGeom>
          <a:ln w="28575">
            <a:solidFill>
              <a:srgbClr val="1FA7A0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060138" y="4686300"/>
            <a:ext cx="4194795" cy="419100"/>
          </a:xfrm>
          <a:prstGeom prst="rect">
            <a:avLst/>
          </a:prstGeom>
          <a:ln w="28575">
            <a:solidFill>
              <a:srgbClr val="1FA7A0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99082" y="5029200"/>
            <a:ext cx="4194795" cy="419100"/>
          </a:xfrm>
          <a:prstGeom prst="rect">
            <a:avLst/>
          </a:prstGeom>
          <a:ln w="28575">
            <a:solidFill>
              <a:srgbClr val="1FA7A0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810250"/>
            <a:ext cx="2724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Session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914400" y="6172200"/>
            <a:ext cx="255270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đóng sau 30 phút nghỉ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390900" y="5976938"/>
            <a:ext cx="3076129" cy="6096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73333" y="6005513"/>
            <a:ext cx="3111262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 A · 12 phút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6397117" y="6148388"/>
            <a:ext cx="153806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nghỉ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7865269" y="5976938"/>
            <a:ext cx="5593035" cy="6096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09948" y="6005513"/>
            <a:ext cx="5703676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 A · 41 phút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3420204" y="6148388"/>
            <a:ext cx="11947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nghỉ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4576896" y="5976938"/>
            <a:ext cx="1677888" cy="6096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567371" y="6005513"/>
            <a:ext cx="1696938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phút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1440" y="8543925"/>
            <a:ext cx="1810512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5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Doanh thu theo 5 phút = tumbling; hành vi khách trên app = session.</a:t>
            </a:r>
            <a:endParaRPr lang="en-US" sz="2550" dirty="0"/>
          </a:p>
        </p:txBody>
      </p:sp>
      <p:sp>
        <p:nvSpPr>
          <p:cNvPr id="39" name="Text 37"/>
          <p:cNvSpPr/>
          <p:nvPr/>
        </p:nvSpPr>
        <p:spPr>
          <a:xfrm>
            <a:off x="16691670" y="9424988"/>
            <a:ext cx="7581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05/15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0" y="10172700"/>
            <a:ext cx="6096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392480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Watermark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702745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"Mình tin sự kiện muộn tối đa X phút"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613727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Watermark = max event time − X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865130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Window đóng khi watermark qua cuối window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911329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Muộn hơn X → bị bỏ (hoặc đẩy sang nhánh khác)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73152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185422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Watermark hoạt động </a:t>
            </a:r>
            <a:pPr algn="l" indent="0" marL="0">
              <a:buNone/>
            </a:pPr>
            <a:r>
              <a:rPr lang="en-US" sz="4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· X = 10 phút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4953000"/>
            <a:ext cx="16459200" cy="571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3810000"/>
            <a:ext cx="3810000" cy="9525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5350" y="3848100"/>
            <a:ext cx="38481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window 10:00 – 10:05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2344400" y="4667250"/>
            <a:ext cx="38100" cy="11430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1353800" y="3810000"/>
            <a:ext cx="217170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164"/>
              </a:lnSpc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watermark qua 10:05 → window đóng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143500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33900" y="5143500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10:05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581900" y="5143500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10:09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496800" y="5143500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10:15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963900" y="5143500"/>
            <a:ext cx="7620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10:20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34300" y="4819650"/>
            <a:ext cx="323850" cy="323850"/>
          </a:xfrm>
          <a:prstGeom prst="ellipse">
            <a:avLst/>
          </a:prstGeom>
          <a:solidFill>
            <a:srgbClr val="1FA7A0"/>
          </a:solidFill>
          <a:ln/>
        </p:spPr>
      </p:sp>
      <p:sp>
        <p:nvSpPr>
          <p:cNvPr id="15" name="Text 13"/>
          <p:cNvSpPr/>
          <p:nvPr/>
        </p:nvSpPr>
        <p:spPr>
          <a:xfrm>
            <a:off x="6486525" y="5715000"/>
            <a:ext cx="31432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event 10:04, đến 10:09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586538" y="6067425"/>
            <a:ext cx="2943225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watermark mới 9:59 → vẫn vào window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6116300" y="4819650"/>
            <a:ext cx="323850" cy="323850"/>
          </a:xfrm>
          <a:prstGeom prst="ellipse">
            <a:avLst/>
          </a:prstGeom>
          <a:solidFill>
            <a:srgbClr val="0B1F3A"/>
          </a:solidFill>
          <a:ln w="38100">
            <a:solidFill>
              <a:srgbClr val="8FA3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589252" y="5715000"/>
            <a:ext cx="282549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event 10:04, đến 10:20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4589252" y="6381750"/>
            <a:ext cx="2825496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window đã đóng → bị bỏ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 đổi: độ trễ kết quả vs độ đầy đủ.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6721807" y="9424988"/>
            <a:ext cx="7279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07/15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10172700"/>
            <a:ext cx="85344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378806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Doanh thu 5 phút, Structured Streaming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5691932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5691932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raw = (spark.readStream.format("kafka")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.option("kafka.bootstrap.servers", "kafka:9092")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.option("subscribe", "pos.transactions").load())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events = raw.select(from_avro("value", SCHEMA).alias("e")).select("e.*")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rev_5m = (events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71550" y="5474866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.withWatermark("event_ts", "10 minutes")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.groupBy(F.window("event_ts", "5 minutes"), "store_id")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.agg(F.sum("amount").alias("revenue")))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(rev_5m.writeStream.format("iceberg").outputMode("append")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52550" y="741789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.option("checkpointLocation", "s3a://lake/_checkpoints/pos_5min")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52550" y="7802687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.toTable("silver.pos_5min").awaitTermination())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914400" y="8710613"/>
            <a:ext cx="872341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Watermark trước groupBy; append chỉ ghi window đã đóng.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6695762" y="9424988"/>
            <a:ext cx="7540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08/15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0" y="10172700"/>
            <a:ext cx="97536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00339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State và checkpoint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814707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Aggregate theo window cần nhớ trạng thái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788710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State trong executor + checkpoint trên S3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810172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Restart từ checkpoint, không tính lại từ đầu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938980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logic query → checkpoint cũ không dùng được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109728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48003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Output mode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271838"/>
            <a:ext cx="27241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848100" y="3238500"/>
            <a:ext cx="450819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 ghi window đã đóng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4086225"/>
            <a:ext cx="27241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update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48100" y="4052888"/>
            <a:ext cx="527312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mỗi lần window thay đổi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4900613"/>
            <a:ext cx="27241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complete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848100" y="4867275"/>
            <a:ext cx="376248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cả bảng kết quả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757863"/>
            <a:ext cx="16459200" cy="28575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38413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6243638"/>
            <a:ext cx="772224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Parquet / Iceberg: append + watermark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10/15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10172700"/>
            <a:ext cx="12192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027638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Structured Streaming vs Flink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3048000" cy="98673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4038600" y="2952750"/>
            <a:ext cx="6629400" cy="98673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305300" y="3105150"/>
            <a:ext cx="67056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 Structured Streaming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4305300" y="3514725"/>
            <a:ext cx="6705600" cy="3104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43"/>
              </a:lnSpc>
              <a:buNone/>
            </a:pPr>
            <a:r>
              <a:rPr lang="en-US" sz="1650" b="1" dirty="0">
                <a:solidFill>
                  <a:srgbClr val="0B1F3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series dùng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744200" y="2952750"/>
            <a:ext cx="6629400" cy="98673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9" name="Text 7"/>
          <p:cNvSpPr/>
          <p:nvPr/>
        </p:nvSpPr>
        <p:spPr>
          <a:xfrm>
            <a:off x="11010900" y="3105150"/>
            <a:ext cx="6294882" cy="720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632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Flink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181100" y="4168080"/>
            <a:ext cx="260604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hình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038600" y="4015680"/>
            <a:ext cx="6629400" cy="8763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33875" y="4196655"/>
            <a:ext cx="6237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Micro-batch, có chế độ continuous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744200" y="4015680"/>
            <a:ext cx="6629400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029950" y="4187130"/>
            <a:ext cx="625678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True streaming, từng event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181100" y="5120580"/>
            <a:ext cx="260604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 trễ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4038600" y="4968180"/>
            <a:ext cx="6629400" cy="8763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33875" y="5149155"/>
            <a:ext cx="6237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Giây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10744200" y="4968180"/>
            <a:ext cx="6629400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29950" y="5139630"/>
            <a:ext cx="625678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Mili giây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181100" y="6073080"/>
            <a:ext cx="260604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 học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4038600" y="5920680"/>
            <a:ext cx="6629400" cy="8763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33875" y="6101655"/>
            <a:ext cx="6237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 nếu đã biết Spark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0744200" y="5920680"/>
            <a:ext cx="6629400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29950" y="6092130"/>
            <a:ext cx="625678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Dốc hơn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1181100" y="7025580"/>
            <a:ext cx="260604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 sinh thái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4038600" y="6873180"/>
            <a:ext cx="6629400" cy="8763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33875" y="7054155"/>
            <a:ext cx="6237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code với Spark batch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10744200" y="6873180"/>
            <a:ext cx="6629400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029950" y="7044630"/>
            <a:ext cx="625678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Mạnh về CEP, state lớn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181100" y="7978080"/>
            <a:ext cx="260604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 khi</a:t>
            </a:r>
            <a:endParaRPr lang="en-US" sz="2100" dirty="0"/>
          </a:p>
        </p:txBody>
      </p:sp>
      <p:sp>
        <p:nvSpPr>
          <p:cNvPr id="31" name="Shape 29"/>
          <p:cNvSpPr/>
          <p:nvPr/>
        </p:nvSpPr>
        <p:spPr>
          <a:xfrm>
            <a:off x="4038600" y="7825680"/>
            <a:ext cx="6629400" cy="8763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33875" y="8006655"/>
            <a:ext cx="623773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 có Spark, trễ vài giây OK</a:t>
            </a:r>
            <a:endParaRPr lang="en-US" sz="2100" dirty="0"/>
          </a:p>
        </p:txBody>
      </p:sp>
      <p:sp>
        <p:nvSpPr>
          <p:cNvPr id="33" name="Shape 31"/>
          <p:cNvSpPr/>
          <p:nvPr/>
        </p:nvSpPr>
        <p:spPr>
          <a:xfrm>
            <a:off x="10744200" y="7825680"/>
            <a:ext cx="6629400" cy="8763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029950" y="7997130"/>
            <a:ext cx="625678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535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 &lt; 1 giây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16814155" y="942498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11/15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0" y="10172700"/>
            <a:ext cx="134112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Aggregate không có watermark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726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Luôn có — state phình vô hạn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Watermark 1 giây cho POS offline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 độ trễ thật rồi chọn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Xoá checkpoint để "fix lỗi"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 lỗi; checkpoint mới cho query mới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Processing time "cho nhanh"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Event time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758196" y="9424988"/>
            <a:ext cx="6916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46304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7992651" cy="695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789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#15 — Doanh thu 5 phút mỗi cửa hàng, có late event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1432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90700" y="3228975"/>
            <a:ext cx="103727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1875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coffeegen stream --topic pos.transactions --late 0.1 --late-max 8m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14400" y="39814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39814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90700" y="4053855"/>
            <a:ext cx="7010102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 job như slide 8, checkpoint trên MinIO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48196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48196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90700" y="4912519"/>
            <a:ext cx="351561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ra </a:t>
            </a:r>
            <a:pPr algn="l" indent="0" marL="0">
              <a:buNone/>
            </a:pPr>
            <a:r>
              <a:rPr lang="en-US" sz="19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silver/pos_5min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6578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56578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790700" y="5750719"/>
            <a:ext cx="73101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Kill job, restart, xác nhận tiếp từ checkpoint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49605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649605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790700" y="6588919"/>
            <a:ext cx="518145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 tổng với batch cùng khoảng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2420600" y="3143250"/>
            <a:ext cx="4953000" cy="33956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30175" y="3552825"/>
            <a:ext cx="45472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30175" y="4071938"/>
            <a:ext cx="425786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Lệch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&lt; 1%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watermark 10 phút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830175" y="5214938"/>
            <a:ext cx="425786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Lệch rõ khi watermark 1 phút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759982" y="9424988"/>
            <a:ext cx="6898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10172700"/>
            <a:ext cx="158496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67409" y="3975274"/>
            <a:ext cx="415318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#15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46728" y="4722986"/>
            <a:ext cx="879447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Watermark giải quyết gì?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623126" y="5911676"/>
            <a:ext cx="904167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nào đóng window và bỏ late data; đánh đổi trễ với đầy đủ.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45396" y="9424988"/>
            <a:ext cx="7044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0688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2591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496023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1884313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084612" y="3905250"/>
            <a:ext cx="11772900" cy="2141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CDC với Debezium: đồng bộ database real-time không cần batch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6351091"/>
            <a:ext cx="1496023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Sáu 25/12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7355979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7584579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54996" y="9424988"/>
            <a:ext cx="6948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F47B2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2026-10-22T10:50:34Z</dcterms:created>
  <dcterms:modified xsi:type="dcterms:W3CDTF">2026-10-22T10:50:34Z</dcterms:modified>
</cp:coreProperties>
</file>