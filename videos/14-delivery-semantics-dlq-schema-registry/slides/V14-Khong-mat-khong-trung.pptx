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67223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67223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mất,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767223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trùng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767223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At-most-once · at-least-once · exactly-once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41229" y="9424988"/>
            <a:ext cx="7085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3049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43100" y="3364706"/>
            <a:ext cx="387340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delivery semantics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3434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43100" y="4469606"/>
            <a:ext cx="399561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Idempotent producer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4483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4483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5574506"/>
            <a:ext cx="226543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Transaction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5532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5532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43100" y="6679406"/>
            <a:ext cx="350824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Dead-letter queue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6581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6581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43100" y="7784306"/>
            <a:ext cx="441053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registry &amp; Avro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6685270" y="9424988"/>
            <a:ext cx="7645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6098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14352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delivery semantics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2857500" cy="9867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0" y="2952750"/>
            <a:ext cx="4457700" cy="9867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3105150"/>
            <a:ext cx="4058031" cy="72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At-most-once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8382000" y="2952750"/>
            <a:ext cx="4457700" cy="9867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8648700" y="3105150"/>
            <a:ext cx="43167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At-least-once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648700" y="3514725"/>
            <a:ext cx="431673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43"/>
              </a:lnSpc>
              <a:buNone/>
            </a:pPr>
            <a:r>
              <a:rPr lang="en-US" sz="1650" b="1" dirty="0">
                <a:solidFill>
                  <a:srgbClr val="0B1F3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 định thực tế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2915900" y="2952750"/>
            <a:ext cx="4457700" cy="9867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1" name="Text 9"/>
          <p:cNvSpPr/>
          <p:nvPr/>
        </p:nvSpPr>
        <p:spPr>
          <a:xfrm>
            <a:off x="13182600" y="3105150"/>
            <a:ext cx="4058031" cy="72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Exactly-once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81100" y="416808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 mất?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848100" y="4015680"/>
            <a:ext cx="44577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850" y="418713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382000" y="4015680"/>
            <a:ext cx="44577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77275" y="419665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915900" y="4015680"/>
            <a:ext cx="44577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01650" y="418713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81100" y="512058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 trùng?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848100" y="4968180"/>
            <a:ext cx="44577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3850" y="513963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382000" y="4968180"/>
            <a:ext cx="44577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77275" y="514915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915900" y="4968180"/>
            <a:ext cx="44577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01650" y="513963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81100" y="607308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đạt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3848100" y="5920680"/>
            <a:ext cx="44577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33850" y="609213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 trước khi xử lý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8382000" y="5920680"/>
            <a:ext cx="44577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77275" y="610165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 sau khi xử lý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2915900" y="5920680"/>
            <a:ext cx="44577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01650" y="609213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Idempotent + transaction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181100" y="702558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3848100" y="6873180"/>
            <a:ext cx="44577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33850" y="704463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Thấp nhất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8382000" y="6873180"/>
            <a:ext cx="44577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77275" y="705415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Thấp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2915900" y="6873180"/>
            <a:ext cx="44577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201650" y="704463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Cao, chậm hơn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181100" y="7978080"/>
            <a:ext cx="2409825" cy="78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khi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3848100" y="7825680"/>
            <a:ext cx="4457700" cy="105534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33850" y="7997130"/>
            <a:ext cx="4019931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Metric không quan trọng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8382000" y="7825680"/>
            <a:ext cx="4457700" cy="105534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77275" y="8006655"/>
            <a:ext cx="400088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 định, consumer idempotent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2915900" y="7825680"/>
            <a:ext cx="4457700" cy="105534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201650" y="7997130"/>
            <a:ext cx="4019931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Tiền, tồn kho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6687056" y="9424988"/>
            <a:ext cx="7627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03/14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0" y="10172700"/>
            <a:ext cx="39147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43539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Trùng xảy ra ở đâu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924800" cy="4476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3381375"/>
            <a:ext cx="79838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 GHI · PRODUCER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47775" y="4033837"/>
            <a:ext cx="3552825" cy="7762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3558" y="4252912"/>
            <a:ext cx="32212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953000" y="4033837"/>
            <a:ext cx="3552825" cy="7762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8783" y="4252912"/>
            <a:ext cx="32212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47775" y="5305425"/>
            <a:ext cx="7983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· gửi msg → broker ghi xong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47775" y="5762625"/>
            <a:ext cx="7983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· ack về bị </a:t>
            </a:r>
            <a:pPr algn="l" indent="0" marL="0">
              <a:lnSpc>
                <a:spcPct val="118033"/>
              </a:lnSpc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 trên mạng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7775" y="6219825"/>
            <a:ext cx="7983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· producer không thấy ack → </a:t>
            </a:r>
            <a:pPr algn="l" indent="0" marL="0">
              <a:lnSpc>
                <a:spcPct val="118033"/>
              </a:lnSpc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 lại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47775" y="6677025"/>
            <a:ext cx="7983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broker có 2 bản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48800" y="3048000"/>
            <a:ext cx="7924800" cy="4476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2175" y="3381375"/>
            <a:ext cx="79838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 ĐỌC · CONSUMER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782175" y="4033837"/>
            <a:ext cx="3552825" cy="7762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47958" y="4252912"/>
            <a:ext cx="32212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487400" y="4033837"/>
            <a:ext cx="3552825" cy="7762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53183" y="4252912"/>
            <a:ext cx="32212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782175" y="5305425"/>
            <a:ext cx="7983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· đọc batch, ghi vào DB xong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82175" y="5762625"/>
            <a:ext cx="7983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· </a:t>
            </a:r>
            <a:pPr algn="l" indent="0" marL="0">
              <a:lnSpc>
                <a:spcPct val="118033"/>
              </a:lnSpc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chết </a:t>
            </a:r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 khi commit offset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82175" y="6219825"/>
            <a:ext cx="7983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· khởi động lại → </a:t>
            </a:r>
            <a:pPr algn="l" indent="0" marL="0">
              <a:lnSpc>
                <a:spcPct val="118033"/>
              </a:lnSpc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lại </a:t>
            </a:r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offset cũ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82175" y="6677025"/>
            <a:ext cx="7983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DB có 2 bản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Trùng ở cả hai đầu, không chỉ một.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6672471" y="9424988"/>
            <a:ext cx="77732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0" y="10172700"/>
            <a:ext cx="52292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34268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Idempotent producer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538538"/>
            <a:ext cx="3810000" cy="2857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41773" y="4191000"/>
            <a:ext cx="171069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31951" y="4714875"/>
            <a:ext cx="337489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 id + sequence number gắn vào mỗi message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05400" y="3429000"/>
            <a:ext cx="1062558" cy="8477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4475" y="3552825"/>
            <a:ext cx="70060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seq 41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0358" y="3738563"/>
            <a:ext cx="5405512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78270" y="3707606"/>
            <a:ext cx="428030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105400" y="4543425"/>
            <a:ext cx="952574" cy="8477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4475" y="4667250"/>
            <a:ext cx="59062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seq 42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0374" y="4852988"/>
            <a:ext cx="4453607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816382" y="4822031"/>
            <a:ext cx="1555090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ghi, ack mất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105400" y="5657850"/>
            <a:ext cx="968648" cy="847725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24475" y="5781675"/>
            <a:ext cx="60669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seq 42</a:t>
            </a:r>
            <a:endParaRPr lang="en-US" sz="1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6448" y="5967413"/>
            <a:ext cx="4592762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1609" y="5936456"/>
            <a:ext cx="1384340" cy="3286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trùng → bỏ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12611100" y="3538538"/>
            <a:ext cx="4762500" cy="2857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4423975" y="4362450"/>
            <a:ext cx="121294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</a:t>
            </a:r>
            <a:endParaRPr lang="en-US" sz="2550" dirty="0"/>
          </a:p>
        </p:txBody>
      </p:sp>
      <p:sp>
        <p:nvSpPr>
          <p:cNvPr id="21" name="Text 16"/>
          <p:cNvSpPr/>
          <p:nvPr/>
        </p:nvSpPr>
        <p:spPr>
          <a:xfrm>
            <a:off x="13199513" y="4886325"/>
            <a:ext cx="358559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 seq cuối của mỗi producer seq ≤ cuối → bỏ qua, vẫn ack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91440" y="8543925"/>
            <a:ext cx="181051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enable.idempotence=true </a:t>
            </a:r>
            <a:pPr algn="ctr" indent="0" marL="0">
              <a:buNone/>
            </a:pPr>
            <a:r>
              <a:rPr lang="en-US" sz="25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 bật mặc định từ Kafka 3.</a:t>
            </a:r>
            <a:endParaRPr lang="en-US" sz="2550" dirty="0"/>
          </a:p>
        </p:txBody>
      </p:sp>
      <p:sp>
        <p:nvSpPr>
          <p:cNvPr id="23" name="Text 18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05/14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0" y="10172700"/>
            <a:ext cx="65341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09261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Exactly-once có thật không?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113848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→ Kafka: có, bằng transaction (read-process-write)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739531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→ hệ ngoài (DB, S3): không tự có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1364301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 tế: at-least-once + consumer idempotent (upsert, ghi đè partition)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36214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"Effectively-once"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77680" y="9424988"/>
            <a:ext cx="7721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78390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62631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idempotent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3071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3071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UPSERT = """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INSERT INTO machine_events (event_id, machine_id, ts, status)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VALUES (%(event_id)s, %(machine_id)s, %(ts)s, %(status)s)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71550" y="3935685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ON CONFLICT (event_id) DO NOTHING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"""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True: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msgs = c.consume(num_messages=500, timeout=1.0)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not msgs: continue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with pg.cursor() as cur: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cur.executemany(UPSERT, [json.loads(m.value()) for m in msgs])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pg.commit()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c.commit(asynchronous=False)    </a:t>
            </a:r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offset sau khi DB commit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710613"/>
            <a:ext cx="1070775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Khoá sự kiện là chìa khoá của idempotent consumer. Đọc lại = không sao.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712208" y="9424988"/>
            <a:ext cx="7375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9144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44947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Dead-letter queue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638550"/>
            <a:ext cx="3810000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6425" y="4210050"/>
            <a:ext cx="207454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iot.machine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88902" y="4681538"/>
            <a:ext cx="24870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1.000.000 message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4400" y="4305300"/>
            <a:ext cx="1143000" cy="571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67400" y="3352800"/>
            <a:ext cx="4000500" cy="2476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27887" y="3986213"/>
            <a:ext cx="18474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494222" y="4510088"/>
            <a:ext cx="274685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parse OK → xử lý parse lỗi → DLQ, đi tiếp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7900" y="3352800"/>
            <a:ext cx="1143000" cy="2476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010900" y="3238500"/>
            <a:ext cx="6362700" cy="12382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3092708" y="3505200"/>
            <a:ext cx="241891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 · bronze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2944847" y="3919537"/>
            <a:ext cx="27442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999.000 message tốt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1010900" y="4705350"/>
            <a:ext cx="6362700" cy="12382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2992100" y="4964906"/>
            <a:ext cx="26403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iot.machine.dlq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11910566" y="5393531"/>
            <a:ext cx="50197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1.000 message hỏng + lý do + offset gốc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message hỏng không được chặn 1 triệu message tốt.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16686163" y="9424988"/>
            <a:ext cx="7636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08/14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0" y="10172700"/>
            <a:ext cx="104489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67430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registry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059946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 và consumer thống nhất schema qua registry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763326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Avro nhỏ hơn JSON, có schema evolution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809043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Compatibility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BACKWARD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thêm cột có default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865916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schema phá tương thích → registry từ chối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77680" y="9424988"/>
            <a:ext cx="7721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17538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99310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Avro schema + registry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3071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3071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SCHEMA = """{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"type": "record", "name": "machine_event",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"fields": [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{"name": "event_id",   "type": "string"},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{"name": "machine_id", "type": "string"},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{"name": "status",     "type": "string"},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71550" y="509007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{"name": "water_temp", "type": ["null", "float"], "default": null}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]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}"""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registry = SchemaRegistryClient({"url": "http://schema-registry:8081"})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serializer = AvroSerializer(registry, SCHEMA)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p.produce("iot.machine", key=ev["machine_id"], value=serializer(ev, ctx))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710613"/>
            <a:ext cx="590849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default = consumer cũ vẫn đọc được.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741229" y="9424988"/>
            <a:ext cx="7085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130587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 "exactly-once" của vendor, không upsert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luôn idempotent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 message lỗi im lặng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DLQ + alert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 không schema cho topic sống lâu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Avro / Protobuf + registry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kiểu cột trong schema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cột mới, deprecate cột cũ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804556" y="9424988"/>
            <a:ext cx="6452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3732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54215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#14 — DLQ và consumer chết giữa chừng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0" y="3316635"/>
            <a:ext cx="911321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schema registry + Avro cho topic iot.machine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191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28800" y="4269135"/>
            <a:ext cx="9690214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DLQ, bơm 5% hỏng: </a:t>
            </a:r>
            <a:pPr algn="l" indent="0" marL="0">
              <a:lnSpc>
                <a:spcPct val="110698"/>
              </a:lnSpc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coffeegen stream --corrupt 0.05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143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143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28800" y="5243513"/>
            <a:ext cx="683615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Kill consumer giữa batch, khởi động lại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096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096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28800" y="6196013"/>
            <a:ext cx="707910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 số dòng Parquet vs số message gửi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039600" y="3238500"/>
            <a:ext cx="5334000" cy="24812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49175" y="3648075"/>
            <a:ext cx="49663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49175" y="41671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trùng, không mất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49175" y="48529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DLQ nhận đúng 5%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748596" y="9424988"/>
            <a:ext cx="7012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156781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62661" y="3975274"/>
            <a:ext cx="41626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97692" y="4722986"/>
            <a:ext cx="10092616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Exactly-once có thật không?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011908" y="5911676"/>
            <a:ext cx="102641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 Kafka có với transaction; ra hệ ngoài cần consumer idempotent.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50382" y="9424988"/>
            <a:ext cx="6994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69830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493174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1855827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058716" y="3905250"/>
            <a:ext cx="117729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 Processing: Spark Structured Streaming vs Flink, watermark, window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6351091"/>
            <a:ext cx="1493174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Ba 22/12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7355979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7584579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35797" y="9424988"/>
            <a:ext cx="71400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2026-10-22T10:45:48Z</dcterms:created>
  <dcterms:modified xsi:type="dcterms:W3CDTF">2026-10-22T10:45:48Z</dcterms:modified>
</cp:coreProperties>
</file>