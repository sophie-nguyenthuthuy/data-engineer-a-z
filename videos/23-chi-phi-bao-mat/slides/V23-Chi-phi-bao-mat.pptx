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67190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6719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&amp;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6719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 mật dữ liệu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6719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FinOps · PII · access control cho data platform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87032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Hoá đơn cloud của DE · 5 cách giảm chi phí query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317337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và Nghị định 13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14809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Masking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49755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/ column-level security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95190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Audit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71135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đi đâu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3429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581400"/>
            <a:ext cx="8046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COMPUTE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4299124"/>
            <a:ext cx="804672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57300" y="5631210"/>
            <a:ext cx="753465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batch · streaming 24/7 Airflow worker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067800" y="3238500"/>
            <a:ext cx="3200400" cy="3429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63075" y="3533775"/>
            <a:ext cx="2870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STORAGE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63075" y="4623941"/>
            <a:ext cx="2870835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363075" y="6052245"/>
            <a:ext cx="28708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các tầng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420600" y="3238500"/>
            <a:ext cx="2400300" cy="3429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15875" y="3533775"/>
            <a:ext cx="19907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715875" y="4463951"/>
            <a:ext cx="1990725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715875" y="5732264"/>
            <a:ext cx="18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 / Trino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973300" y="3238500"/>
            <a:ext cx="2400300" cy="3429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68575" y="3533775"/>
            <a:ext cx="19907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268575" y="4623941"/>
            <a:ext cx="1990725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268575" y="6052245"/>
            <a:ext cx="19907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call · egress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Compute thường là 60–70%; bắt đầu từ đó.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81853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cách giảm chi phí query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812792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pruning — luôn lọc trên cột partition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592109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pruning — không </a:t>
            </a:r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38338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lớn, Parquet, zstd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405151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Compaction (video 17)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54771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 bảng gold nhỏ hay dùng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555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WHERE, hai hoá đơn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476026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7150" cy="47602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97180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TRƯỚC · hàm trên cột → không pruning → quét 2 TB · [SỐ] USD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36991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store_id, SUM(amount)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76803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lake.silver.pos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16614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DATE(ts) = '2026-11-01'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56426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1;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96237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36049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SAU · lọc trên cột partition → 1 partition → quét 7 GB · [SỐ] USD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75860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store_id, SUM(amount)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615672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lake.silver.pos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653578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655483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dt = '2026-11-01'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95295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1;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1199624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WHERE đúng tiết kiệm [SỐ] lần. Iceberg hidden partitioning làm cả hai câu rẻ.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4472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chi phí compute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575501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job đúng size, tắt khi xong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43385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Spot instance cho batch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64574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 chỉ cho cái cần (video 18)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511056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Schedule ngoài giờ cao điểm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945242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Tag mọi tài nguyên theo team / pipeline để biết ai tốn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74068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là gì, luật nào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6600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1174978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= dữ liệu nhận dạng được cá nhân: tên, SĐT, email, địa chỉ, vị trí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72830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39480"/>
            <a:ext cx="15510547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Nghị định 13/2023 về bảo vệ dữ liệu cá nhân: cơ sở xử lý, quyền xoá, thông báo vi phạm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6906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735711"/>
            <a:ext cx="402974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GDPR nếu có khách EU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66529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531941"/>
            <a:ext cx="5044343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 là người giữ cửa kỹ thuật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12295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đi qua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851350" cy="302895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569494"/>
            <a:ext cx="13264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1850" y="3486150"/>
            <a:ext cx="3810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4133850"/>
            <a:ext cx="45821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thô, mã hoá at-rest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57300" y="4662488"/>
            <a:ext cx="42905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phone: 0912345123 email: an@gmail.com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57300" y="5538788"/>
            <a:ext cx="45821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pipeline + 2 người truy cập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5750" y="4371975"/>
            <a:ext cx="952500" cy="571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18250" y="3143250"/>
            <a:ext cx="4851425" cy="3028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51625" y="3559969"/>
            <a:ext cx="11255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55300" y="3476625"/>
            <a:ext cx="3810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51625" y="4124325"/>
            <a:ext cx="460314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Mask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051625" y="4652963"/>
            <a:ext cx="43102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phone: 091****123 email: a8f3…c21 (hash)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051625" y="5529263"/>
            <a:ext cx="460314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analyst xin quyền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9675" y="4371975"/>
            <a:ext cx="952500" cy="571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2522175" y="3143250"/>
            <a:ext cx="4851425" cy="30289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2855550" y="3559969"/>
            <a:ext cx="917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1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659225" y="3476625"/>
            <a:ext cx="3810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55550" y="4124325"/>
            <a:ext cx="460314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PII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2855550" y="4652963"/>
            <a:ext cx="43102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customer_sk: 48213 segment: VIP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2855550" y="5529263"/>
            <a:ext cx="460314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người đọc được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Càng xuôi dòng càng ít PII.</a:t>
            </a:r>
            <a:endParaRPr lang="en-US" sz="2700" dirty="0"/>
          </a:p>
        </p:txBody>
      </p:sp>
      <p:sp>
        <p:nvSpPr>
          <p:cNvPr id="25" name="Text 18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63119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macro masking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macros/mask.sql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" y="316609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macro mask_phone(col) %}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55089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concat(substr({{ col }}, 1, 3), '****', substr({{ col }}, -3))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endmacro %}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macro hash_email(col) %}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sha256(concat(lower({{ col }}), '{{ env_var("PII_SALT") }}'))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endmacro %}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models/silver/stg_customer.sql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customer_id,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{{ mask_phone('phone') }}  as phone_masked,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{{ hash_email('email') }} as email_hash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{{ source('bronze', 'customers') }}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710613"/>
            <a:ext cx="1158025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 có salt để không tra ngược được. Salt nằm trong secret, không trong repo.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1968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Row-level vs Column-level security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0480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038600" y="3048000"/>
            <a:ext cx="6629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3200400"/>
            <a:ext cx="621868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Row-level security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44200" y="3048000"/>
            <a:ext cx="6629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0" y="3200400"/>
            <a:ext cx="621868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Column-level security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19200" y="4229100"/>
            <a:ext cx="2529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hạn gì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038600" y="40767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2450" y="42481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theo điều kiện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744200" y="40767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8050" y="42481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 theo vai trò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5257800"/>
            <a:ext cx="2529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038600" y="51054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2450" y="52768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 lý vùng chỉ thấy cửa hàng vùng mình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744200" y="51054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8050" y="52768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Analyst không thấy cột SĐT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9200" y="6286500"/>
            <a:ext cx="2529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làm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038600" y="61341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2450" y="63055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Policy trên view / warehouse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744200" y="61341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68050" y="63055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Grant theo cột, tag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19200" y="7315200"/>
            <a:ext cx="2529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038600" y="71628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2450" y="73342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 RLS, Lake Formation, Trino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744200" y="7162800"/>
            <a:ext cx="6629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8050" y="7334250"/>
            <a:ext cx="61805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 Formation, Trino, BigQuery policy tag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7825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 control thực tế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94674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vai trò, không cấp cho cá nhân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095676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 privilege: đọc gold mặc định, silver xin, bronze hiếm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777201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nhạy cảm gắn tag, policy theo tag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2533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Audit log ai đọc bảng PII, review hằng tháng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 prod về laptop để debug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mẫu đã mask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PII trong log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 id, không log giá trị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IAM user chung cho cả team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Role theo người, theo job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chi phí bằng cách xoá dữ liệu cũ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Lifecycle sang storage rẻ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20642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#23 — Tính tiền và khoá cửa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57538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57538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550" y="3048000"/>
            <a:ext cx="103797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 tính chi phí tháng trên AWS pricing calculator theo kích thước thật của bạn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06717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0671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33550" y="4150519"/>
            <a:ext cx="847171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3 query tốn nhất trong Lab #10–#18, sửa và đo lại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86727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672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550" y="4950619"/>
            <a:ext cx="65401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macro mask vào dbt cho SĐT, email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66737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673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33550" y="5750719"/>
            <a:ext cx="84412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view với RLS theo vùng trong Postgres hoặc Trino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467475"/>
            <a:ext cx="552450" cy="552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674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33550" y="6550819"/>
            <a:ext cx="340256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 audit log, đọc thử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420600" y="3048000"/>
            <a:ext cx="4953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45757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3976687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chi phí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/ sau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66248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 không còn cột PII thô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8354" y="3975274"/>
            <a:ext cx="42112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#23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27731" y="4722986"/>
            <a:ext cx="1363253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giảm 50% chi phí query trên lake?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914773" y="5911676"/>
            <a:ext cx="84584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pruning, column pruning, file size, format, cache.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07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3742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6150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27512" y="3938588"/>
            <a:ext cx="11772900" cy="200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89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 kết: Portfolio Data Engineer, CV, phỏng vấn và lộ trình 12 tháng tiếp theo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6253163"/>
            <a:ext cx="153374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22/1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258050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486650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8FA3B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2026-10-22T11:23:46Z</dcterms:created>
  <dcterms:modified xsi:type="dcterms:W3CDTF">2026-10-22T11:23:46Z</dcterms:modified>
</cp:coreProperties>
</file>