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6620143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662014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 Airflow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662014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số 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662014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 · operator · scheduling · backfill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33216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Orchestration là gì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757326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DAG, task, operator, sensor · TaskFlow API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51889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Scheduling, catchup, backfill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10594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XCom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515828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Airflow vs Dagster vs Prefect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0293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Orchestrator không xử lý dữ liệu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803796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 định cái gì chạy, khi nào, sau cái gì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272676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lại khi lỗi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242873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 khi hỏng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982699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chạy ở Spark / dbt / Python, </a:t>
            </a:r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ở Airflow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00513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 của dự án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857500"/>
            <a:ext cx="16459200" cy="533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4000500"/>
            <a:ext cx="2705100" cy="928688"/>
          </a:xfrm>
          <a:prstGeom prst="rect">
            <a:avLst/>
          </a:prstGeom>
          <a:ln w="28575">
            <a:solidFill>
              <a:srgbClr val="1FA7A0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957263" y="4162425"/>
            <a:ext cx="26193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wait_for_pos_export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7263" y="4500563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Sensor · chờ file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5391150"/>
            <a:ext cx="2381250" cy="6477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875" y="5419725"/>
            <a:ext cx="2400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extract_pos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924300" y="5391150"/>
            <a:ext cx="2381250" cy="6477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14775" y="5419725"/>
            <a:ext cx="2400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load_bronze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934200" y="5391150"/>
            <a:ext cx="2381250" cy="6477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34200" y="5429250"/>
            <a:ext cx="2381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spark_silver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944100" y="5391150"/>
            <a:ext cx="2381250" cy="6477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34575" y="5419725"/>
            <a:ext cx="2400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dbt_gold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2954000" y="5391150"/>
            <a:ext cx="2381250" cy="6477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44475" y="5419725"/>
            <a:ext cx="2400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quality_check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5963900" y="5391150"/>
            <a:ext cx="1409700" cy="6477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954375" y="5419725"/>
            <a:ext cx="1428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notify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14400" y="6724650"/>
            <a:ext cx="5391150" cy="6477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14711" y="6898481"/>
            <a:ext cx="213360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extract_weather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862611" y="6915150"/>
            <a:ext cx="19168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 song song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400" y="3348038"/>
            <a:ext cx="342900" cy="47625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24" name="Text 21"/>
          <p:cNvSpPr/>
          <p:nvPr/>
        </p:nvSpPr>
        <p:spPr>
          <a:xfrm>
            <a:off x="1333500" y="3238500"/>
            <a:ext cx="17356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 thuộc chính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3259634" y="3352800"/>
            <a:ext cx="342900" cy="381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26" name="Text 23"/>
          <p:cNvSpPr/>
          <p:nvPr/>
        </p:nvSpPr>
        <p:spPr>
          <a:xfrm>
            <a:off x="3678734" y="3238500"/>
            <a:ext cx="20499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 phụ / sensor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6934200" y="4191000"/>
            <a:ext cx="49893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Operator: Python · Bash · SparkSubmit · dbt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6934200" y="4514850"/>
            <a:ext cx="49893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DAG run = một ngày dữ liệu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Mũi tên = phụ thuộc, không phải dữ liệu.</a:t>
            </a:r>
            <a:endParaRPr lang="en-US" sz="2700" dirty="0"/>
          </a:p>
        </p:txBody>
      </p:sp>
      <p:sp>
        <p:nvSpPr>
          <p:cNvPr id="30" name="Text 27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270712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vựng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2724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3695700" y="3143250"/>
            <a:ext cx="28410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 thị công việc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914775"/>
            <a:ext cx="2724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695700" y="3914775"/>
            <a:ext cx="100600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ô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4686300"/>
            <a:ext cx="2724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Operator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3695700" y="4686300"/>
            <a:ext cx="61186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 việc: Bash, Python, Spark, dbt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5457825"/>
            <a:ext cx="2724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Sensor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3695700" y="5457825"/>
            <a:ext cx="32001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 chờ điều kiện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6229350"/>
            <a:ext cx="2724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 run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3695700" y="6229350"/>
            <a:ext cx="604396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lần chạy cho một logical date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66649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TaskFlow API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607672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607672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airflow.decorators import dag, task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71550" y="3550890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9" name="Text 7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@dag(schedule="0 2 * * *", start_date=datetime(2026, 11, 1), catchup=False)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coffee_daily():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@task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extract_pos(ds: str) -&gt; str: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pos.extract(day=ds)          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trả về đường dẫn bronze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@task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spark_silver(path: str) -&gt; int: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spark.submit("silver_pos.py", path)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@task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dbt_gold(rows: int):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bash("dbt build --select +fact_sales")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802687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dbt_gold(spark_silver(extract_pos()))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8187482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coffee_daily()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8710613"/>
            <a:ext cx="1047250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 Python thường, Airflow lo phần còn lại. Gọi lồng nhau = phụ thuộc.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16082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Logical date — cái dễ nhầm nhất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892470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 chạy 2:00 ngày 2/11, xử lý dữ liệu ngày 1/11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652240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logical_date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= 1/11, không phải 2/11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533509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 ds }}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 vì </a:t>
            </a:r>
            <a:pPr algn="l" indent="0" marL="0"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today()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648352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 vậy chạy lại ngày cũ vẫn đúng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9212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Catchup và backfill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874371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catchup=True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chạy bù mọi ngày từ start_date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447012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 hiểm khi bật nhầm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347320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10218893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69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Backfill có chủ đích: </a:t>
            </a:r>
            <a:pPr algn="l" indent="0" marL="0">
              <a:lnSpc>
                <a:spcPct val="110769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airflow dags backfill -s 2026-10-01 -e 2026-10-30 coffee_daily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46315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6322665"/>
            <a:ext cx="980775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 phải idempotent (video 7) mới backfill được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77285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 Spark và dbt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69193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69193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spark_silver = SparkSubmitOperator(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task_id="spark_silver",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application="jobs/silver_pos.py",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71550" y="3935685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application_args=["--day", "{{ ds }}"],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conn_id="spark_default",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dbt_gold = BashOperator(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task_id="dbt_gold",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71550" y="624445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bash_command="dbt build --select +fact_sales --vars 'day: {{ ds }}'",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cwd="/opt/dbt",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7802687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extract_pos &gt;&gt; load_bronze &gt;&gt; spark_silver &gt;&gt; dbt_gold &gt;&gt; quality_check &gt;&gt; notify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8710613"/>
            <a:ext cx="944833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 đi qua template, không đi qua code. Backfill chỉ cần đổi ds.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26993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XCom: nhỏ thôi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898322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 số dòng, đường dẫn, trạng thái giữa task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470587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truyền DataFrame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912467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lớn đi qua lake, task chỉ truyền đường dẫn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10202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Airflow vs Dagster vs Prefect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238500" cy="9486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229100" y="2857500"/>
            <a:ext cx="4330675" cy="9486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495800" y="2990850"/>
            <a:ext cx="41770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Airflow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495800" y="3400425"/>
            <a:ext cx="417700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43"/>
              </a:lnSpc>
              <a:buNone/>
            </a:pPr>
            <a:r>
              <a:rPr lang="en-US" sz="1650" b="1" dirty="0">
                <a:solidFill>
                  <a:srgbClr val="0B1F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series dùng, CV cần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35975" y="2857500"/>
            <a:ext cx="4330675" cy="9486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9" name="Text 7"/>
          <p:cNvSpPr/>
          <p:nvPr/>
        </p:nvSpPr>
        <p:spPr>
          <a:xfrm>
            <a:off x="8902675" y="2990850"/>
            <a:ext cx="3927195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Dagster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3042850" y="2857500"/>
            <a:ext cx="4330675" cy="9486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1" name="Text 9"/>
          <p:cNvSpPr/>
          <p:nvPr/>
        </p:nvSpPr>
        <p:spPr>
          <a:xfrm>
            <a:off x="13309550" y="2990850"/>
            <a:ext cx="3927195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Prefect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81100" y="4015680"/>
            <a:ext cx="28022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4229100" y="3882330"/>
            <a:ext cx="4330675" cy="8382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4375" y="4044255"/>
            <a:ext cx="387004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8635975" y="3882330"/>
            <a:ext cx="4330675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21725" y="4034730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Asset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3042850" y="3882330"/>
            <a:ext cx="4330675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28600" y="4034730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Flow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81100" y="4930080"/>
            <a:ext cx="280225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 đồng &amp; tuyển dụng VN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4229100" y="4796730"/>
            <a:ext cx="4330675" cy="93523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4375" y="4958655"/>
            <a:ext cx="3870045" cy="649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Lớn nhất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8635975" y="4796730"/>
            <a:ext cx="4330675" cy="9352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21725" y="4949130"/>
            <a:ext cx="3889095" cy="668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 lên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3042850" y="4796730"/>
            <a:ext cx="4330675" cy="9352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328600" y="4949130"/>
            <a:ext cx="3889095" cy="668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1181100" y="5941516"/>
            <a:ext cx="28022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UI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4229100" y="5808166"/>
            <a:ext cx="4330675" cy="8382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4375" y="5970091"/>
            <a:ext cx="387004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 dùng, Graph + Gantt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8635975" y="5808166"/>
            <a:ext cx="4330675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21725" y="5960566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Lineage asset đẹp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13042850" y="5808166"/>
            <a:ext cx="4330675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328600" y="5960566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Gọn, cloud-first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1181100" y="6855916"/>
            <a:ext cx="28022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 dev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4229100" y="6722566"/>
            <a:ext cx="4330675" cy="8382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4375" y="6884491"/>
            <a:ext cx="387004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Nặng, cần Docker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8635975" y="6722566"/>
            <a:ext cx="4330675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21725" y="6874966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Nhẹ, pytest được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13042850" y="6722566"/>
            <a:ext cx="4330675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328600" y="6874966"/>
            <a:ext cx="38890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Nhẹ nhất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1181100" y="7770316"/>
            <a:ext cx="2802255" cy="76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khi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4229100" y="7636966"/>
            <a:ext cx="4330675" cy="99238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4375" y="7798891"/>
            <a:ext cx="387004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 ngành, nhiều integration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8635975" y="7636966"/>
            <a:ext cx="4330675" cy="9923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21725" y="7789366"/>
            <a:ext cx="3889095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Thích asset-centric, team mới</a:t>
            </a:r>
            <a:endParaRPr lang="en-US" sz="2025" dirty="0"/>
          </a:p>
        </p:txBody>
      </p:sp>
      <p:sp>
        <p:nvSpPr>
          <p:cNvPr id="45" name="Shape 43"/>
          <p:cNvSpPr/>
          <p:nvPr/>
        </p:nvSpPr>
        <p:spPr>
          <a:xfrm>
            <a:off x="13042850" y="7636966"/>
            <a:ext cx="4330675" cy="9923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328600" y="7789366"/>
            <a:ext cx="3889095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Python-first đơn giản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28575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53563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 lý Pandas trong PythonOperator trên worker Airflow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372600" y="353563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 sang Spark / dbt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424048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datetime.now() trong task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372600" y="424048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Logical date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494533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catchup=True với start_date 2 năm trước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72600" y="494533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False, backfill tay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565018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DAG 80 task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372600" y="565018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 theo domain, dùng dataset trigger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35503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retries=0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72600" y="6355035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retries=2, retry_delay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7894808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#19 — DAG chạy toàn bộ batch pipeline + backfill 30 ngày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236119"/>
            <a:ext cx="711201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DAG nối Lab #07 → #09 → #10 → #12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81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074319"/>
            <a:ext cx="65785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tay 1 ngày, xem Graph view và log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19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4892055"/>
            <a:ext cx="872505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Cố ý làm dbt test fail, xem task đỏ, downstream skip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6578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578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750719"/>
            <a:ext cx="532396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Backfill 30 ngày, theo dõi Gantt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4960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960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588919"/>
            <a:ext cx="543896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Slack / Email notify khi fail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420600" y="3143250"/>
            <a:ext cx="4953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5528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07193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 run xanh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475773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 có đủ 30 ngày, không trùng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5120" y="3975274"/>
            <a:ext cx="41576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16522" y="4722986"/>
            <a:ext cx="11854882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Airflow có nên xử lý dữ liệu không?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36219" y="5911676"/>
            <a:ext cx="961556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Orchestrate, không compute; lý do: scale, tách lỗi, chi phí worker.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32064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24472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12257" y="3905250"/>
            <a:ext cx="117729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Quality: Great Expectations, dbt test, contract — chặn dữ liệu bẩn từ gốc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6351091"/>
            <a:ext cx="1532064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8/1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7355979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7584579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2026-10-22T11:06:33Z</dcterms:created>
  <dcterms:modified xsi:type="dcterms:W3CDTF">2026-10-22T11:06:33Z</dcterms:modified>
</cp:coreProperties>
</file>