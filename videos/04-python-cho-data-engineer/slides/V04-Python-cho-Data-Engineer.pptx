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635092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635092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 cho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635092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635092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Pandas · Polars · DuckDB · xử lý file lớn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43100" y="3364706"/>
            <a:ext cx="397408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 của DE cần gì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3434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43100" y="4469606"/>
            <a:ext cx="526789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Pandas vs Polars vs DuckDB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4483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4483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5574506"/>
            <a:ext cx="494390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CSV / Parquet / JSON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5532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5532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43100" y="6679406"/>
            <a:ext cx="401713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 lý file lớn hơn RAM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6581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6581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43100" y="7784306"/>
            <a:ext cx="570655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 sạch: type hints, logging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4126699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 của DE không phải Python của DS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450516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không người canh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269206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báo lỗi rõ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344906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chạy lại được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612598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đo được thời gian và bộ nhớ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70241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Pandas vs Polars vs DuckDB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28575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0" y="3048000"/>
            <a:ext cx="44577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3238500"/>
            <a:ext cx="40580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Pandas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382000" y="3048000"/>
            <a:ext cx="44577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8648700" y="3238500"/>
            <a:ext cx="40580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Polars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915900" y="3048000"/>
            <a:ext cx="44577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3182600" y="3238500"/>
            <a:ext cx="40580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DuckDB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1100" y="426720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848100" y="4076700"/>
            <a:ext cx="44577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850" y="428625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Eager, 1 lõi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382000" y="4076700"/>
            <a:ext cx="44577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77275" y="42957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Lazy, đa lõi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915900" y="4076700"/>
            <a:ext cx="44577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11175" y="42957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 engine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81100" y="529590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nhớ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3848100" y="5105400"/>
            <a:ext cx="44577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33850" y="531495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Copy nhiều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382000" y="5105400"/>
            <a:ext cx="44577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77275" y="53244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Cột, ít copy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915900" y="5105400"/>
            <a:ext cx="44577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11175" y="53244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81100" y="632460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 với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848100" y="6134100"/>
            <a:ext cx="44577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33850" y="634365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 nhỏ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382000" y="6134100"/>
            <a:ext cx="44577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77275" y="63531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 vừa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2915900" y="6134100"/>
            <a:ext cx="44577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11175" y="63531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file trực tiếp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81100" y="735330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Cú pháp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3848100" y="7162800"/>
            <a:ext cx="44577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33850" y="737235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DataFrame quen thuộc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8382000" y="7162800"/>
            <a:ext cx="44577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77275" y="73818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Expression, chain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2915900" y="7162800"/>
            <a:ext cx="44577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11175" y="73818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 thuần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181100" y="838200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chọn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3848100" y="8191500"/>
            <a:ext cx="44577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33850" y="840105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Thăm dò, &lt; 1 GB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8382000" y="8191500"/>
            <a:ext cx="44577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77275" y="84105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 trong code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2915900" y="8191500"/>
            <a:ext cx="44577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211175" y="84105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Aggregate trên Parquet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73218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một file Parquet, 3 cách đọc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836468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4836468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Pandas — eager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pandas as pd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 = pd.read_parquet("pos/2026-10.parquet")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Polars — lazy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polars as pl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71550" y="5474791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 = pl.scan_parquet("pos/2026-10.parquet").collect()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DuckDB — SQL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duckdb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 = duckdb.read_parquet("pos/2026-10.parquet").df()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8710613"/>
            <a:ext cx="400838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scan = lazy, collect = chạy.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96991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DuckDB query thẳng thư mục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43835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443835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duckdb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duckdb.sql("""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SELECT store_id, SUM(amount) AS revenue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71550" y="4678561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1" name="Text 9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FROM 'pos/*.parquet'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GROUP BY 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ORDER BY 2 DESC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""")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result.show()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8710613"/>
            <a:ext cx="677894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thẳng thư mục Parquet, không cần load.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7306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 lớn hơn RAM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000500" cy="3810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5357" y="3648075"/>
            <a:ext cx="391858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pos.csv · 2 GB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33475" y="4186238"/>
            <a:ext cx="3562350" cy="51717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9090" y="4205288"/>
            <a:ext cx="3631121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 1 · 200 MB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33475" y="4760565"/>
            <a:ext cx="3562350" cy="536302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615" y="4789140"/>
            <a:ext cx="3612071" cy="517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 2 · 200 MB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33475" y="5354017"/>
            <a:ext cx="3562350" cy="51717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090" y="5373067"/>
            <a:ext cx="3631121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 3 · 200 MB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33475" y="5928345"/>
            <a:ext cx="3562350" cy="517252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9090" y="5947395"/>
            <a:ext cx="3631121" cy="517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33475" y="6502747"/>
            <a:ext cx="3562350" cy="51717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9090" y="6521797"/>
            <a:ext cx="3631121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 10 · 200 MB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14900" y="5048250"/>
            <a:ext cx="762000" cy="5715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867650" y="3955256"/>
            <a:ext cx="2552700" cy="12192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1483" y="4198144"/>
            <a:ext cx="82115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RAM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420695" y="4641056"/>
            <a:ext cx="15912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chứa 1 chunk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614270" y="5403056"/>
            <a:ext cx="3059460" cy="79057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23845" y="5622131"/>
            <a:ext cx="23320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process(chunk)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7204684" y="6422231"/>
            <a:ext cx="38785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→ xử lý → ghi → giải phóng</a:t>
            </a:r>
            <a:endParaRPr lang="en-US" sz="18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11100" y="5048250"/>
            <a:ext cx="762000" cy="5715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3373100" y="3429000"/>
            <a:ext cx="4000500" cy="3810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3414058" y="3648075"/>
            <a:ext cx="391858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pos/ · Parquet</a:t>
            </a:r>
            <a:endParaRPr lang="en-US" sz="2400" dirty="0"/>
          </a:p>
        </p:txBody>
      </p:sp>
      <p:sp>
        <p:nvSpPr>
          <p:cNvPr id="26" name="Shape 22"/>
          <p:cNvSpPr/>
          <p:nvPr/>
        </p:nvSpPr>
        <p:spPr>
          <a:xfrm>
            <a:off x="13592175" y="4186238"/>
            <a:ext cx="3562350" cy="51717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3557790" y="4205288"/>
            <a:ext cx="3631121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day=2026-10-01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13592175" y="4760565"/>
            <a:ext cx="3562350" cy="536302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3567315" y="4789140"/>
            <a:ext cx="3612071" cy="517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day=2026-10-02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13592175" y="5354017"/>
            <a:ext cx="3562350" cy="51717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3557790" y="5373067"/>
            <a:ext cx="3631121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day=2026-10-03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3592175" y="5928345"/>
            <a:ext cx="3562350" cy="517252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3557790" y="5947395"/>
            <a:ext cx="3631121" cy="517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13592175" y="6502747"/>
            <a:ext cx="3562350" cy="51717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3557790" y="6521797"/>
            <a:ext cx="3631121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day=2026-10-31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bao giờ giữ cả file trong tay.</a:t>
            </a:r>
            <a:endParaRPr lang="en-US" sz="2700" dirty="0"/>
          </a:p>
        </p:txBody>
      </p:sp>
      <p:sp>
        <p:nvSpPr>
          <p:cNvPr id="37" name="Text 33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36765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theo chunk, ghi Parquet theo ngày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234583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523458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pandas as pd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71550" y="3882330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9" name="Text 7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reader = pd.read_csv("pos.csv", chunksize=500_000)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i, chunk in enumerate(reader):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chunk["day"] = pd.to_datetime(chunk["ts"]).dt.date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chunk.to_parquet(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"pos/",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partition_cols=["day"],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engine="pyarrow",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484418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del chunk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710613"/>
            <a:ext cx="925850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500k dòng mỗi vòng; RAM đỉnh không phụ thuộc kích thước file.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7113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 pipeline: type hints + logging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234583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523458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logging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datetime import date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polars as pl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 = logging.getLogger(__name__)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load_pos(day: date) -&gt; pl.DataFrame: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"""Đọc giao dịch POS của một ngày từ Parquet."""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df = pl.read_parquet(f"pos/day={day}/*.parquet")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n = df.height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71550" y="7067252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log.info("loaded %s rows for %s", n, day)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484418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df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710613"/>
            <a:ext cx="412158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 có số, không log "done".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63690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 trúc project pipeline tối thiểu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71838"/>
            <a:ext cx="398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91100" y="3238500"/>
            <a:ext cx="260038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 pipeline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086225"/>
            <a:ext cx="398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tests/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991100" y="4052888"/>
            <a:ext cx="118139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pytest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4900613"/>
            <a:ext cx="398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pyproject.toml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91100" y="4867275"/>
            <a:ext cx="375913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Dependencies + ruff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398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.env.example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91100" y="5681663"/>
            <a:ext cx="649408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môi trường mẫu, không secret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529388"/>
            <a:ext cx="398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Makefile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91100" y="6496050"/>
            <a:ext cx="327462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run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</a:t>
            </a:r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test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28388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trước khi tối ưu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681888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time.perf_counter()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quanh từng bước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621086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memory_profiler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hàm nghi ngờ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465233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sánh trên cùng dữ liệu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534516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kết quả vào README lab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row in df.iterrows()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Vector hoá hoặc Polars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CSV mỗi lần chạy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sang Parquet một lần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debug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logging có level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Nuốt exception bằng </a:t>
            </a:r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except: pass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 và raise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46980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#04 — Chuyển 2 GB CSV sang Parquet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0" y="3316635"/>
            <a:ext cx="6956241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 2 GB CSV: </a:t>
            </a:r>
            <a:pPr algn="l" indent="0" marL="0">
              <a:lnSpc>
                <a:spcPct val="110698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coffeegen pos --days 365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191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4291013"/>
            <a:ext cx="782399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bằng Pandas chunk, Polars, DuckDB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143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143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28800" y="5243513"/>
            <a:ext cx="630647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thời gian và RAM đỉnh từng cách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096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096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28800" y="6196013"/>
            <a:ext cx="679768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SUM theo store: Parquet vs CSV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039600" y="3238500"/>
            <a:ext cx="5334000" cy="24812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49175" y="3648075"/>
            <a:ext cx="49663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49175" y="41671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 nhỏ hơn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5–8 lần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49175" y="48529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nhanh hơn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≥ 10 lần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28777" y="3975274"/>
            <a:ext cx="423037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97337" y="4722986"/>
            <a:ext cx="10893326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sao Parquet nhanh hơn CSV?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38784" y="5911676"/>
            <a:ext cx="100104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Columnar, nén theo cột, có metadata min/max để bỏ qua row group.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93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35919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283276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47306" y="3905250"/>
            <a:ext cx="117729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 cho Data Engineer: dựng Postgres, Airflow, Spark trong 20 phút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6351091"/>
            <a:ext cx="1535919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17/11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7355979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7584579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2026-10-22T10:01:16Z</dcterms:created>
  <dcterms:modified xsi:type="dcterms:W3CDTF">2026-10-22T10:01:16Z</dcterms:modified>
</cp:coreProperties>
</file>