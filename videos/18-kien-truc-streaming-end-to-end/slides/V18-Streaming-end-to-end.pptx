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08793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0879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730879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end-to-end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730879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+ Spark + Iceberg thành một hệ thống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41229" y="9424988"/>
            <a:ext cx="7085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3049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680587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 lại 5 mảnh · Kappa trên lakehouse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561291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 và stream vào cùng bảng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13562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Backfill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119189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5542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Trade-off và khi nào không nên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85270" y="9424988"/>
            <a:ext cx="764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6098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59675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mảnh đã có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2986980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6174" y="4107656"/>
            <a:ext cx="15633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#13 · #14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77020" y="4550569"/>
            <a:ext cx="10617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32669" y="5112544"/>
            <a:ext cx="235036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topic, partition at-least-once, DLQ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82380" y="3429000"/>
            <a:ext cx="2987055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56858" y="3902869"/>
            <a:ext cx="6381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#15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63222" y="4345781"/>
            <a:ext cx="262537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 Streaming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598863" y="5317331"/>
            <a:ext cx="23540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window, watermark checkpoint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50435" y="3429000"/>
            <a:ext cx="2987055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2829" y="4107656"/>
            <a:ext cx="6422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#16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46213" y="4550569"/>
            <a:ext cx="17955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Debezium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167985" y="5112544"/>
            <a:ext cx="195188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 từ Postgres c / u / 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018490" y="3429000"/>
            <a:ext cx="2987055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02567" y="4107656"/>
            <a:ext cx="6189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#17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05237" y="4550569"/>
            <a:ext cx="141356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1358116" y="5112544"/>
            <a:ext cx="23078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ACID, time travel merge, compaction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386545" y="3429000"/>
            <a:ext cx="2987055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63031" y="4107656"/>
            <a:ext cx="6340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#12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52093" y="4550569"/>
            <a:ext cx="65596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5114389" y="5112544"/>
            <a:ext cx="153129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 → gold test, docs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nối lại.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6687056" y="9424988"/>
            <a:ext cx="7627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0" y="10172700"/>
            <a:ext cx="39147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13198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 Kappa trên lakehouse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571750"/>
            <a:ext cx="16459200" cy="609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2762250"/>
            <a:ext cx="2724150" cy="942975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33475" y="2924175"/>
            <a:ext cx="2514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 · App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33475" y="3276600"/>
            <a:ext cx="2514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trực tiếp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14400" y="4095750"/>
            <a:ext cx="2724150" cy="1209675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475" y="4257675"/>
            <a:ext cx="2514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133475" y="4610100"/>
            <a:ext cx="2362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orders · Debezium CDC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914400" y="5429250"/>
            <a:ext cx="2724150" cy="942975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475" y="5591175"/>
            <a:ext cx="2514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IoT máy pha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133475" y="5943600"/>
            <a:ext cx="2514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60 máy, mỗi giây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914400" y="6762750"/>
            <a:ext cx="2724150" cy="942975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475" y="6924675"/>
            <a:ext cx="2514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 thời tiết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133475" y="7277100"/>
            <a:ext cx="2514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stream được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4724400" y="3619500"/>
            <a:ext cx="2095500" cy="1714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99249" y="3817665"/>
            <a:ext cx="94580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4842793" y="4255815"/>
            <a:ext cx="185864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pos.transactions pg.public.orders iot.machine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4724400" y="5524500"/>
            <a:ext cx="2400300" cy="495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38700" y="5638800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Registry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7924800" y="3810000"/>
            <a:ext cx="2133600" cy="13335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15275" y="3867150"/>
            <a:ext cx="21526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 Streaming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7915275" y="4552950"/>
            <a:ext cx="21526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 5 phút · merge CDC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7924800" y="6191250"/>
            <a:ext cx="2133600" cy="9525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60416" y="6348413"/>
            <a:ext cx="18622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 Python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8139157" y="6719888"/>
            <a:ext cx="17048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#07 · mỗi ngày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11163300" y="3524250"/>
            <a:ext cx="2133600" cy="2095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667306" y="3741465"/>
            <a:ext cx="11255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662842" y="4108177"/>
            <a:ext cx="113451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11437590" y="4522515"/>
            <a:ext cx="158502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207"/>
              </a:lnSpc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 · orders machine_5min weather</a:t>
            </a:r>
            <a:endParaRPr lang="en-US" sz="1650" dirty="0"/>
          </a:p>
        </p:txBody>
      </p:sp>
      <p:sp>
        <p:nvSpPr>
          <p:cNvPr id="32" name="Shape 29"/>
          <p:cNvSpPr/>
          <p:nvPr/>
        </p:nvSpPr>
        <p:spPr>
          <a:xfrm>
            <a:off x="14211300" y="3619500"/>
            <a:ext cx="2286000" cy="17145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895686" y="3948112"/>
            <a:ext cx="91715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4541803" y="4314825"/>
            <a:ext cx="162499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/ Trino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14109602" y="4729163"/>
            <a:ext cx="24894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store_revenue_5min</a:t>
            </a:r>
            <a:endParaRPr lang="en-US" sz="1650" dirty="0"/>
          </a:p>
        </p:txBody>
      </p:sp>
      <p:sp>
        <p:nvSpPr>
          <p:cNvPr id="36" name="Shape 33"/>
          <p:cNvSpPr/>
          <p:nvPr/>
        </p:nvSpPr>
        <p:spPr>
          <a:xfrm>
            <a:off x="14211300" y="6057900"/>
            <a:ext cx="2647950" cy="1404938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4354175" y="6219825"/>
            <a:ext cx="23622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Metabase · refresh 1 phút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4392275" y="6896100"/>
            <a:ext cx="2286000" cy="190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39" name="Text 36"/>
          <p:cNvSpPr/>
          <p:nvPr/>
        </p:nvSpPr>
        <p:spPr>
          <a:xfrm>
            <a:off x="14277975" y="7010400"/>
            <a:ext cx="25146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ML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4724400" y="7905750"/>
            <a:ext cx="11772900" cy="609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90197" y="8053387"/>
            <a:ext cx="31491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Orchestration · Airflow</a:t>
            </a:r>
            <a:endParaRPr lang="en-US" sz="1950" dirty="0"/>
          </a:p>
        </p:txBody>
      </p:sp>
      <p:sp>
        <p:nvSpPr>
          <p:cNvPr id="42" name="Text 39"/>
          <p:cNvSpPr/>
          <p:nvPr/>
        </p:nvSpPr>
        <p:spPr>
          <a:xfrm>
            <a:off x="10419755" y="8077200"/>
            <a:ext cx="38628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 · dbt · compaction · backfill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914400" y="8205788"/>
            <a:ext cx="342900" cy="47625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44" name="Text 41"/>
          <p:cNvSpPr/>
          <p:nvPr/>
        </p:nvSpPr>
        <p:spPr>
          <a:xfrm>
            <a:off x="1333500" y="8096250"/>
            <a:ext cx="8084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</a:t>
            </a:r>
            <a:endParaRPr lang="en-US" sz="1650" dirty="0"/>
          </a:p>
        </p:txBody>
      </p:sp>
      <p:sp>
        <p:nvSpPr>
          <p:cNvPr id="45" name="Shape 42"/>
          <p:cNvSpPr/>
          <p:nvPr/>
        </p:nvSpPr>
        <p:spPr>
          <a:xfrm>
            <a:off x="2332434" y="8205788"/>
            <a:ext cx="342900" cy="47625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46" name="Text 43"/>
          <p:cNvSpPr/>
          <p:nvPr/>
        </p:nvSpPr>
        <p:spPr>
          <a:xfrm>
            <a:off x="2751534" y="8096250"/>
            <a:ext cx="692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16672471" y="9424988"/>
            <a:ext cx="77732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04/14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0" y="10172700"/>
            <a:ext cx="52292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99624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Kappa là gì, khác Lambda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67088"/>
            <a:ext cx="152400" cy="15240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111040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Lambda = 2 code path (batch + speed), phải cho cùng kết quả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15766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29075"/>
            <a:ext cx="1008115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Kappa = 1 code path stream, replay Kafka khi cần tính lại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9482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819650"/>
            <a:ext cx="1085951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Lakehouse làm Kappa khả thi: stream và batch ghi cùng bảng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760690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610225"/>
            <a:ext cx="1273401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Series chọn Kappa + batch nhỏ cho nguồn không stream được (thời tiết)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65341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68148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 và stream vào cùng bảng Iceberg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953000" cy="1571625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9675" y="3495675"/>
            <a:ext cx="479869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 · mỗi phút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09675" y="3910013"/>
            <a:ext cx="47986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 window đã đóng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9675" y="4276725"/>
            <a:ext cx="47986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outputMode("append")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5267325"/>
            <a:ext cx="4953000" cy="15716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9675" y="5524500"/>
            <a:ext cx="479869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 · cuối ngày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09675" y="5938838"/>
            <a:ext cx="47986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 lại late data, đối soát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9675" y="6305550"/>
            <a:ext cx="47986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overwrite partition dt</a:t>
            </a:r>
            <a:endParaRPr lang="en-US" sz="16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7400" y="3324225"/>
            <a:ext cx="1905000" cy="3429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772400" y="3305175"/>
            <a:ext cx="9601200" cy="34671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5300" y="3648075"/>
            <a:ext cx="980694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silver.pos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8115300" y="4214813"/>
            <a:ext cx="8915400" cy="5286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86750" y="4329113"/>
            <a:ext cx="19614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dt=2026-11-18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527485" y="4329113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batch đã đối soát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115300" y="4819650"/>
            <a:ext cx="8915400" cy="5286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86750" y="4933950"/>
            <a:ext cx="19614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dt=2026-11-19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527485" y="4933950"/>
            <a:ext cx="25649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batch đã đối soát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15300" y="5424488"/>
            <a:ext cx="8915400" cy="547688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96275" y="5548313"/>
            <a:ext cx="196142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dt=2026-11-20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4792325" y="5548313"/>
            <a:ext cx="2263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 đang ghi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115300" y="6162675"/>
            <a:ext cx="98069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snapshot isolation · hai writer không giẫm nhau · người đọc luôn thấy bảng nhất quán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 cho phép hai người ghi mà không giẫm nhau.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06/14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0" y="10172700"/>
            <a:ext cx="78390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27104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Backfill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403829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 logic tháng trước → replay Kafka (retention đủ dài) hoặc đọc lại bronze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1007026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job stream ở chế độ batch trên khoảng thời gian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585323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đè partition, không append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533124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trên bảng staging trước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12208" y="9424988"/>
            <a:ext cx="7375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9144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07204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logic, hai chế độ chạy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Shape 4"/>
          <p:cNvSpPr/>
          <p:nvPr/>
        </p:nvSpPr>
        <p:spPr>
          <a:xfrm>
            <a:off x="971550" y="2781300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transform(df):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71550" y="3166095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9" name="Text 7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(df.withWatermark("event_ts", "10 minutes")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71550" y="3550890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.groupBy(F.window("event_ts", "5 minutes"), "store_id")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1550" y="3935685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.agg(F.sum("amount").alias("revenue")))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chế độ stream · chạy liên tục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 = transform(spark.readStream.format("kafka")...load())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stream.writeStream.format("iceberg").outputMode("append").toTable(T)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chế độ batch · backfill một khoảng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backfill(start, end):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src = spark.read.table("bronze.pos").filter(F.col("event_ts").between(start, end))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transform(src).writeTo(T).overwritePartitions()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8710613"/>
            <a:ext cx="1203905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trong batch là no-op. Cùng hàm → cùng kết quả → không còn Lambda.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6686163" y="9424988"/>
            <a:ext cx="7636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10172700"/>
            <a:ext cx="104489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4021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 của hệ thống này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367686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ước tính cho 30 cửa hàng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79629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3 broker nhỏ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8610600" y="3443288"/>
            <a:ext cx="24140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/ tháng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186238"/>
            <a:ext cx="79629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streaming chạy liên tục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610600" y="4200525"/>
            <a:ext cx="24140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/ tháng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943475"/>
            <a:ext cx="79629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 + request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610600" y="4957763"/>
            <a:ext cx="24140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/ tháng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5700713"/>
            <a:ext cx="16459200" cy="28575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6072188"/>
            <a:ext cx="79629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với batch mỗi đêm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610600" y="6086475"/>
            <a:ext cx="24140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/ tháng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6829425"/>
            <a:ext cx="796290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 đắt gấp </a:t>
            </a:r>
            <a:pPr algn="l" indent="0" marL="0">
              <a:buNone/>
            </a:pPr>
            <a:r>
              <a:rPr lang="en-US" sz="255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[SỐ] </a:t>
            </a:r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610600" y="6834188"/>
            <a:ext cx="38049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chỉ stream cái cần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10172700"/>
            <a:ext cx="117538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4857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 vs Batch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3810000" cy="8382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800600" y="2952750"/>
            <a:ext cx="6248400" cy="8382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5105400" y="3105150"/>
            <a:ext cx="58262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125200" y="2952750"/>
            <a:ext cx="6248400" cy="8382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3105150"/>
            <a:ext cx="58262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" y="4019550"/>
            <a:ext cx="3314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 trễ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800600" y="3867150"/>
            <a:ext cx="62484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4450" y="4038600"/>
            <a:ext cx="57881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 đến phút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125200" y="3867150"/>
            <a:ext cx="62484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49050" y="4038600"/>
            <a:ext cx="57881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 đến ngày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19200" y="4933950"/>
            <a:ext cx="3314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800600" y="4781550"/>
            <a:ext cx="62484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4450" y="4953000"/>
            <a:ext cx="57881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Cao, chạy 24/7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125200" y="4781550"/>
            <a:ext cx="6248400" cy="8382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58575" y="4962525"/>
            <a:ext cx="57691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Thấp, trả theo lần chạy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19200" y="5848350"/>
            <a:ext cx="3314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 hành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800600" y="5695950"/>
            <a:ext cx="62484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4450" y="5867400"/>
            <a:ext cx="57881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Checkpoint, lag, rebalance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125200" y="5695950"/>
            <a:ext cx="6248400" cy="8382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58575" y="5876925"/>
            <a:ext cx="57691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lại là xong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19200" y="6762750"/>
            <a:ext cx="3314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 sửa lỗi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800600" y="6610350"/>
            <a:ext cx="62484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4450" y="6781800"/>
            <a:ext cx="57881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Khó, cần backfill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1125200" y="6610350"/>
            <a:ext cx="6248400" cy="8382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58575" y="6791325"/>
            <a:ext cx="57691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19200" y="7677150"/>
            <a:ext cx="3314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Phù hợp với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800600" y="7524750"/>
            <a:ext cx="62484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4450" y="7696200"/>
            <a:ext cx="578815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Cảnh báo máy, tồn kho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1125200" y="7524750"/>
            <a:ext cx="6248400" cy="8382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58575" y="7705725"/>
            <a:ext cx="57691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 cáo ngày, ML training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14400" y="8710613"/>
            <a:ext cx="46396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Hầu hết bảng gold vẫn là batch.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6741229" y="9424988"/>
            <a:ext cx="7085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10172700"/>
            <a:ext cx="130587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 hoá mọi thứ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 "ai cần số này trong 1 phút?"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code path cho batch và stream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hàm transform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có kế hoạch backfill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Retention + bronze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 1 giây cho sếp xem mỗi sáng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phút đủ, rẻ hơn 10 lần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804556" y="9424988"/>
            <a:ext cx="6452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3732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17987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#18 — Hoàn thiện nhánh real-time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236119"/>
            <a:ext cx="560660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 Lab #13–17 theo sơ đồ slide 4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81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053855"/>
            <a:ext cx="800734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gold </a:t>
            </a:r>
            <a:pPr algn="l" indent="0" marL="0">
              <a:lnSpc>
                <a:spcPct val="110617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store_revenue_5min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 dbt trên Trino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19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4912519"/>
            <a:ext cx="634216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 Metabase tự refresh 1 phút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6578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578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730255"/>
            <a:ext cx="8615043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Cố ý sửa logic, backfill lại 1 ngày bằng chế độ batch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4960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960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588919"/>
            <a:ext cx="67770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README kiến trúc với sơ đồ Mermaid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420600" y="3143250"/>
            <a:ext cx="4953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5528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07193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 đổi trong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phút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bơm dữ liệu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521493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Backfill không tạo trùng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48596" y="9424988"/>
            <a:ext cx="7012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56781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9131" y="3975274"/>
            <a:ext cx="41496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09342" y="4722986"/>
            <a:ext cx="12269316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Lambda hay Kappa cho bài toán X?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796873" y="5911676"/>
            <a:ext cx="1069425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 lại X cần trễ bao nhiêu, có replay được không, team vận hành được gì.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50382" y="9424988"/>
            <a:ext cx="6994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69830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46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96023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88431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084612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 Airflow từ số 0: DAG, operator, scheduling, backfill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496023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5/1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35797" y="9424988"/>
            <a:ext cx="7140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2026-10-22T11:02:02Z</dcterms:created>
  <dcterms:modified xsi:type="dcterms:W3CDTF">2026-10-22T11:02:02Z</dcterms:modified>
</cp:coreProperties>
</file>