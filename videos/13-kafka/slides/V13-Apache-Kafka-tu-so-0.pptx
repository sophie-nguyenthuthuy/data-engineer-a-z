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8853078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885307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 Kafka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885307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số 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885307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topic · partition · consumer group — giải thích dễ hiểu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46513" y="9424988"/>
            <a:ext cx="7032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143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373334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cần streaming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351749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là một cái log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769007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Topic &amp; partition · Offset &amp; consumer group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20273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Replication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519217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vs RabbitMQ vs Kinesis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0479" y="9424988"/>
            <a:ext cx="7593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286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6527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mỗi đêm không đủ khi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575214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pha báo lỗi, cần biết ngay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503894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Tồn kho cập nhật theo đơn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536742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Gian lận cần chặn trong giây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682682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hệ thống cùng cần một sự kiện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2339" y="9424988"/>
            <a:ext cx="7574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429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4893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là một cái log append-only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29025"/>
            <a:ext cx="1905000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4875" y="3657600"/>
            <a:ext cx="1924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933700" y="3629025"/>
            <a:ext cx="1905000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4175" y="3657600"/>
            <a:ext cx="1924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53000" y="3629025"/>
            <a:ext cx="1905000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43475" y="3657600"/>
            <a:ext cx="1924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972300" y="3629025"/>
            <a:ext cx="1905000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2775" y="3657600"/>
            <a:ext cx="1924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991600" y="3629025"/>
            <a:ext cx="1905000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2075" y="3657600"/>
            <a:ext cx="1924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1010900" y="3619500"/>
            <a:ext cx="1905000" cy="12192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10900" y="3657600"/>
            <a:ext cx="19050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20700" y="4038600"/>
            <a:ext cx="762000" cy="381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4173200" y="3867150"/>
            <a:ext cx="1962745" cy="723900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468475" y="4048125"/>
            <a:ext cx="14483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endParaRPr lang="en-US" sz="22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700" y="5067300"/>
            <a:ext cx="381000" cy="4572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989957" y="5600700"/>
            <a:ext cx="1792486" cy="5381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51882" y="5724525"/>
            <a:ext cx="1468636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A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506986" y="6215063"/>
            <a:ext cx="8346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 1</a:t>
            </a:r>
            <a:endParaRPr lang="en-US" sz="16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3600" y="5067300"/>
            <a:ext cx="381000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054703" y="5600700"/>
            <a:ext cx="1778794" cy="5381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216628" y="5724525"/>
            <a:ext cx="1454944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B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533334" y="6215063"/>
            <a:ext cx="8976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 4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vào cuối, đọc từ bất kỳ đâu, không xoá khi đọc.</a:t>
            </a:r>
            <a:endParaRPr lang="en-US" sz="2700" dirty="0"/>
          </a:p>
        </p:txBody>
      </p:sp>
      <p:sp>
        <p:nvSpPr>
          <p:cNvPr id="28" name="Text 23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04/16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0" y="10172700"/>
            <a:ext cx="4572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16789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Topic và partition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4762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343275"/>
            <a:ext cx="173716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 · pos.transactions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47775" y="4343400"/>
            <a:ext cx="2305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0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438525" y="4129088"/>
            <a:ext cx="2644080" cy="7429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7439" y="4157663"/>
            <a:ext cx="26662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7855" y="4129088"/>
            <a:ext cx="2644155" cy="7429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6768" y="4157663"/>
            <a:ext cx="26663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917260" y="4129088"/>
            <a:ext cx="2644155" cy="7429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06173" y="4157663"/>
            <a:ext cx="26663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656665" y="4129088"/>
            <a:ext cx="2644155" cy="7429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45578" y="4157663"/>
            <a:ext cx="26663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396070" y="4138613"/>
            <a:ext cx="2644155" cy="723900"/>
          </a:xfrm>
          <a:prstGeom prst="rect">
            <a:avLst/>
          </a:prstGeom>
          <a:ln w="19050">
            <a:solidFill>
              <a:srgbClr val="1FA7A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47775" y="5276850"/>
            <a:ext cx="2305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438525" y="5062538"/>
            <a:ext cx="2644080" cy="7429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7439" y="5091113"/>
            <a:ext cx="26662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7855" y="5062538"/>
            <a:ext cx="2644155" cy="7429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6768" y="5091113"/>
            <a:ext cx="26663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17260" y="5072063"/>
            <a:ext cx="2644155" cy="723900"/>
          </a:xfrm>
          <a:prstGeom prst="rect">
            <a:avLst/>
          </a:prstGeom>
          <a:ln w="19050">
            <a:solidFill>
              <a:srgbClr val="1FA7A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656665" y="5072063"/>
            <a:ext cx="2644155" cy="723900"/>
          </a:xfrm>
          <a:prstGeom prst="rect">
            <a:avLst/>
          </a:prstGeom>
          <a:ln w="19050">
            <a:solidFill>
              <a:srgbClr val="1FA7A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4396070" y="5072063"/>
            <a:ext cx="2644155" cy="723900"/>
          </a:xfrm>
          <a:prstGeom prst="rect">
            <a:avLst/>
          </a:prstGeom>
          <a:ln w="19050">
            <a:solidFill>
              <a:srgbClr val="1FA7A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247775" y="6210300"/>
            <a:ext cx="2305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2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3438525" y="5995988"/>
            <a:ext cx="2644080" cy="7429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7439" y="6024563"/>
            <a:ext cx="26662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77855" y="5995988"/>
            <a:ext cx="2644155" cy="7429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6768" y="6024563"/>
            <a:ext cx="26663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917260" y="5995988"/>
            <a:ext cx="2644155" cy="7429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06173" y="6024563"/>
            <a:ext cx="26663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656665" y="6005513"/>
            <a:ext cx="2644155" cy="723900"/>
          </a:xfrm>
          <a:prstGeom prst="rect">
            <a:avLst/>
          </a:prstGeom>
          <a:ln w="19050">
            <a:solidFill>
              <a:srgbClr val="1FA7A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4396070" y="6005513"/>
            <a:ext cx="2644155" cy="723900"/>
          </a:xfrm>
          <a:prstGeom prst="rect">
            <a:avLst/>
          </a:prstGeom>
          <a:ln w="19050">
            <a:solidFill>
              <a:srgbClr val="1FA7A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247775" y="7224713"/>
            <a:ext cx="173716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key = store_id → hash(key) % 3 → cùng key luôn vào cùng partition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 chỉ được đảm bảo trong một partition.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10172700"/>
            <a:ext cx="5715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36325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key và số partition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6652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Key = cái cần giữ thứ tự: store_id, machine_id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948983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partition = mức song song tối đa của consumer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16371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 partition được, giảm không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841662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Key lệch → partition lệch (skew lại xuất hiện)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2963" y="9424988"/>
            <a:ext cx="766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6858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91111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 và consumer group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43500" cy="3271838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352800"/>
            <a:ext cx="4987290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GROUP A · parquet-writer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19200" y="3795713"/>
            <a:ext cx="4533900" cy="63817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8275" y="3957638"/>
            <a:ext cx="1524476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750915" y="3957638"/>
            <a:ext cx="196142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 · off 1203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19200" y="4586288"/>
            <a:ext cx="4533900" cy="63817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8275" y="4748213"/>
            <a:ext cx="1587914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888060" y="4748213"/>
            <a:ext cx="181056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p1 · off 988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9200" y="5376863"/>
            <a:ext cx="4533900" cy="63817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8275" y="5538788"/>
            <a:ext cx="1592334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750915" y="5538788"/>
            <a:ext cx="196142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 · off 1411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7900" y="3255169"/>
            <a:ext cx="1333500" cy="28575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10400" y="3264694"/>
            <a:ext cx="4267200" cy="819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74967" y="3293269"/>
            <a:ext cx="433806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0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010400" y="4274344"/>
            <a:ext cx="4267200" cy="819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74967" y="4302919"/>
            <a:ext cx="433806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1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7010400" y="5283994"/>
            <a:ext cx="4267200" cy="819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74967" y="5312569"/>
            <a:ext cx="433806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2</a:t>
            </a:r>
            <a:endParaRPr lang="en-US" sz="21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7600" y="3255169"/>
            <a:ext cx="1333500" cy="28575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2230100" y="3459956"/>
            <a:ext cx="5143500" cy="24479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2525375" y="3755231"/>
            <a:ext cx="5008245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GROUP B · fraud-check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12525375" y="4198144"/>
            <a:ext cx="4552950" cy="9953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2744450" y="4360069"/>
            <a:ext cx="45262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1</a:t>
            </a:r>
            <a:endParaRPr lang="en-US" sz="1950" dirty="0"/>
          </a:p>
        </p:txBody>
      </p:sp>
      <p:sp>
        <p:nvSpPr>
          <p:cNvPr id="27" name="Text 23"/>
          <p:cNvSpPr/>
          <p:nvPr/>
        </p:nvSpPr>
        <p:spPr>
          <a:xfrm>
            <a:off x="12744450" y="4731544"/>
            <a:ext cx="4526280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 · p1 · p2 · off 1500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12525375" y="5345906"/>
            <a:ext cx="5008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consumer đọc cả 3, offset riêng</a:t>
            </a:r>
            <a:endParaRPr lang="en-US" sz="1650" dirty="0"/>
          </a:p>
        </p:txBody>
      </p:sp>
      <p:sp>
        <p:nvSpPr>
          <p:cNvPr id="29" name="Text 25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group đọc độc lập cùng dữ liệu.</a:t>
            </a:r>
            <a:endParaRPr lang="en-US" sz="2700" dirty="0"/>
          </a:p>
        </p:txBody>
      </p:sp>
      <p:sp>
        <p:nvSpPr>
          <p:cNvPr id="30" name="Text 26"/>
          <p:cNvSpPr/>
          <p:nvPr/>
        </p:nvSpPr>
        <p:spPr>
          <a:xfrm>
            <a:off x="16717491" y="9424988"/>
            <a:ext cx="7323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07/16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0" y="10172700"/>
            <a:ext cx="8001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3684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group hoạt động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70377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consumer → rebalance chia lại partition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1064284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consumer hơn partition → có consumer ngồi không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11678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 offset = đánh dấu đã xử lý đến đâu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1131537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chết → consumer khác trong group nhận partition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1446" y="9424988"/>
            <a:ext cx="7583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9144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98185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Replication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31406"/>
            <a:ext cx="2857500" cy="876300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8713" y="3888581"/>
            <a:ext cx="24288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endParaRPr lang="en-US" sz="2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1900" y="3783806"/>
            <a:ext cx="1143000" cy="571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14900" y="3048000"/>
            <a:ext cx="4000500" cy="2043113"/>
          </a:xfrm>
          <a:prstGeom prst="rect">
            <a:avLst/>
          </a:prstGeom>
          <a:ln w="28575">
            <a:solidFill>
              <a:srgbClr val="8FA3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72075" y="3305175"/>
            <a:ext cx="3834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 1 </a:t>
            </a:r>
            <a:pPr algn="l" indent="0" marL="0"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chết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5172075" y="3771900"/>
            <a:ext cx="3486150" cy="623888"/>
          </a:xfrm>
          <a:prstGeom prst="rect">
            <a:avLst/>
          </a:prstGeom>
          <a:ln w="28575">
            <a:solidFill>
              <a:srgbClr val="8FA3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81708" y="3933825"/>
            <a:ext cx="326688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trike="sngStrike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 · leader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144000" y="3048000"/>
            <a:ext cx="4000500" cy="2043113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0700" y="3314700"/>
            <a:ext cx="38138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 2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9410700" y="3781425"/>
            <a:ext cx="3467100" cy="623888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0619" y="3943350"/>
            <a:ext cx="3247263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 · leader mới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410700" y="4557713"/>
            <a:ext cx="3813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replica → leader, tự động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3373100" y="3048000"/>
            <a:ext cx="4000500" cy="204311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630275" y="3305175"/>
            <a:ext cx="3834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 3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3630275" y="3771900"/>
            <a:ext cx="3486150" cy="6238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39908" y="3933825"/>
            <a:ext cx="326688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 · replica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630275" y="4548188"/>
            <a:ext cx="3834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in-sync, sẵn sàng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4914900" y="6286500"/>
            <a:ext cx="137045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replication.factor = 3 </a:t>
            </a:r>
            <a:pPr algn="l" indent="0" marL="0">
              <a:lnSpc>
                <a:spcPct val="118182"/>
              </a:lnSpc>
              <a:buNone/>
            </a:pPr>
            <a:r>
              <a:rPr lang="en-US" sz="19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mỗi partition có 3 bản trên 3 broker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4914900" y="6772275"/>
            <a:ext cx="137045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acks = all </a:t>
            </a:r>
            <a:pPr algn="l" indent="0" marL="0">
              <a:lnSpc>
                <a:spcPct val="118182"/>
              </a:lnSpc>
              <a:buNone/>
            </a:pPr>
            <a:r>
              <a:rPr lang="en-US" sz="19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producer chờ đủ replica in-sync mới coi là ghi xong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Replication factor 3 là chuẩn production.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16682963" y="9424988"/>
            <a:ext cx="766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09/16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0" y="10172700"/>
            <a:ext cx="10287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22003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confluent_kafka import Producer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= Producer({"bootstrap.servers": "kafka:9092", "acks": "all"})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on_delivery(err, msg):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err: log.error("delivery failed: %s", err); return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log.info("partition=%s offset=%s", msg.partition(), msg.offset())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p.produce(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topic="pos.transactions",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1550" y="585966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key=tx["store_id"],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value=json.dumps(tx),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on_delivery=on_delivery,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p.flush()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59099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có key → round-robin, mất thứ tự.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746513" y="9424988"/>
            <a:ext cx="7032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11430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47754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= Consumer({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"bootstrap.servers": "kafka:9092",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"group.id": "parquet-writer",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"auto.offset.reset": "earliest",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"enable.auto.commit": False,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c.subscribe(["pos.transactions"])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True: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msgs = c.consume(num_messages=500, timeout=1.0)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not msgs: continue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write_parquet([json.loads(m.value()) for m in msgs])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739884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c.commit(asynchronous=False)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sau khi ghi xong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649760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 sau khi xử lý xong, không phải trước.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809839" y="9424988"/>
            <a:ext cx="6399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12573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1657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vs RabbitMQ vs Kinesis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238500" cy="8763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229100" y="2952750"/>
            <a:ext cx="4330675" cy="8763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495800" y="3105150"/>
            <a:ext cx="39271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35975" y="2952750"/>
            <a:ext cx="4330675" cy="8763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902675" y="3105150"/>
            <a:ext cx="39271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RabbitMQ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042850" y="2952750"/>
            <a:ext cx="4330675" cy="8763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309550" y="3105150"/>
            <a:ext cx="39271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Kinesis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" y="4057650"/>
            <a:ext cx="28022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229100" y="3905250"/>
            <a:ext cx="4330675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4375" y="4086225"/>
            <a:ext cx="38700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635975" y="3905250"/>
            <a:ext cx="4330675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1725" y="4076700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042850" y="3905250"/>
            <a:ext cx="4330675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28600" y="4076700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Log, managed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100" y="5010150"/>
            <a:ext cx="280225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message sau đọc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4229100" y="4857750"/>
            <a:ext cx="4330675" cy="99819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4375" y="5038725"/>
            <a:ext cx="3870045" cy="67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Có, theo retention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635975" y="4857750"/>
            <a:ext cx="4330675" cy="99819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1725" y="5029200"/>
            <a:ext cx="3889095" cy="69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Không, xoá khi ack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3042850" y="4857750"/>
            <a:ext cx="4330675" cy="99819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328600" y="5029200"/>
            <a:ext cx="3889095" cy="69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Có, 24h – 365d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1100" y="6084540"/>
            <a:ext cx="28022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Replay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4229100" y="5932140"/>
            <a:ext cx="4330675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4375" y="6113115"/>
            <a:ext cx="38700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Có, reset offset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635975" y="5932140"/>
            <a:ext cx="4330675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1725" y="6103590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042850" y="5932140"/>
            <a:ext cx="4330675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28600" y="6103590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81100" y="7037040"/>
            <a:ext cx="2802255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 hành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4229100" y="6884640"/>
            <a:ext cx="4330675" cy="105534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4375" y="7065615"/>
            <a:ext cx="387004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vận hành (hoặc managed)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8635975" y="6884640"/>
            <a:ext cx="4330675" cy="105534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21725" y="7056090"/>
            <a:ext cx="3889095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vận hành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3042850" y="6884640"/>
            <a:ext cx="4330675" cy="105534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28600" y="7056090"/>
            <a:ext cx="3889095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 lo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181100" y="8168580"/>
            <a:ext cx="2802255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chọn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4229100" y="8016180"/>
            <a:ext cx="4330675" cy="105534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4375" y="8197155"/>
            <a:ext cx="387004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 data, nhiều consumer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8635975" y="8016180"/>
            <a:ext cx="4330675" cy="105534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21725" y="8187630"/>
            <a:ext cx="3889095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 queue giữa service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3042850" y="8016180"/>
            <a:ext cx="4330675" cy="105534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328600" y="8187630"/>
            <a:ext cx="3889095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ở AWS, team nhỏ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6753805" y="9424988"/>
            <a:ext cx="6959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0" y="10172700"/>
            <a:ext cx="13716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partition "cho đơn giản"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 nhất bằng số consumer dự kiến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 offset trước khi xử lý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 sau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Message 5 MB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 chiếu đến object trên S3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đặt retention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nhu cầu replay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5666" y="9424988"/>
            <a:ext cx="6941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859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463035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#13 — IoT máy pha → Kafka → Parquet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36119"/>
            <a:ext cx="625924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 PROFILE=streaming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mở Kafka UI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53855"/>
            <a:ext cx="8443392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coffeegen stream --topic iot.machine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 lập 60 máy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912519"/>
            <a:ext cx="788546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consumer ghi Parquet theo phút lên bronze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50719"/>
            <a:ext cx="809370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2 consumer cùng group, xem partition chia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51727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 1 consumer, xem rebalance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UI: lag về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47577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 Parquet xuất hiện mỗi phút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41006" y="9424988"/>
            <a:ext cx="7087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6002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7658" y="3975274"/>
            <a:ext cx="41526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40696" y="4722986"/>
            <a:ext cx="13406534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Kafka scale được nhờ partition?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08611" y="5911676"/>
            <a:ext cx="747070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là đơn vị song song cho cả ghi, lưu và đọc.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50605" y="9424988"/>
            <a:ext cx="6991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145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98200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90608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104406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Exactly-once, at-least-once: đảm bảo dữ liệu không mất, không trùng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98200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18/12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46289" y="9424988"/>
            <a:ext cx="7035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16/16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2026-10-22T10:42:19Z</dcterms:created>
  <dcterms:modified xsi:type="dcterms:W3CDTF">2026-10-22T10:42:19Z</dcterms:modified>
</cp:coreProperties>
</file>