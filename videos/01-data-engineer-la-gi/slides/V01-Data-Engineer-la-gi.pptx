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01367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0136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01367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 gì?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01367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từ số 0 ·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43100" y="3364706"/>
            <a:ext cx="174073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 làm gì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3434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3434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43100" y="4469606"/>
            <a:ext cx="374104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 vs DA / DS / MLE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4483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4483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43100" y="5574506"/>
            <a:ext cx="46013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đi từ đâu đến đâu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14400" y="65532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5532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943100" y="6679406"/>
            <a:ext cx="325973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 ở Việt Nam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58100"/>
            <a:ext cx="685800" cy="6858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658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43100" y="7784306"/>
            <a:ext cx="298772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8 tháng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65752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 giữa bị đứt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86175"/>
            <a:ext cx="4191000" cy="3867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4481513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6600" y="4481513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899" y="5738813"/>
            <a:ext cx="34782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 thoại · Máy POS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726927" y="6467475"/>
            <a:ext cx="282245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sinh ra mỗi giây</a:t>
            </a:r>
            <a:endParaRPr lang="en-US" sz="18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5400" y="3714750"/>
            <a:ext cx="8077200" cy="3810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22010" y="4667250"/>
            <a:ext cx="136837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15000" dirty="0"/>
          </a:p>
        </p:txBody>
      </p:sp>
      <p:sp>
        <p:nvSpPr>
          <p:cNvPr id="11" name="Shape 6"/>
          <p:cNvSpPr/>
          <p:nvPr/>
        </p:nvSpPr>
        <p:spPr>
          <a:xfrm>
            <a:off x="13182600" y="3686175"/>
            <a:ext cx="4191000" cy="38671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06600" y="4481513"/>
            <a:ext cx="1143000" cy="914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36179" y="5738813"/>
            <a:ext cx="185214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13873088" y="6467475"/>
            <a:ext cx="309102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sếp cần số lúc 8:00 sáng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làm cho số đúng, đủ, đúng giờ?</a:t>
            </a:r>
            <a:endParaRPr lang="en-US" sz="2700" dirty="0"/>
          </a:p>
        </p:txBody>
      </p:sp>
      <p:sp>
        <p:nvSpPr>
          <p:cNvPr id="16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59195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làm 4 việc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238500" cy="4000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9775" y="4493419"/>
            <a:ext cx="104775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8945" y="5445919"/>
            <a:ext cx="106560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84481" y="6022181"/>
            <a:ext cx="28983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 · API · file · cảm biến</a:t>
            </a:r>
            <a:endParaRPr lang="en-US" sz="1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2900" y="3429000"/>
            <a:ext cx="9982200" cy="4000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6987" y="4833938"/>
            <a:ext cx="1958801" cy="747713"/>
          </a:xfrm>
          <a:prstGeom prst="rect">
            <a:avLst/>
          </a:prstGeom>
          <a:solidFill>
            <a:srgbClr val="0B1F3A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02262" y="5014913"/>
            <a:ext cx="1444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 thập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5334893" y="5734050"/>
            <a:ext cx="77919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ingest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159526" y="4833938"/>
            <a:ext cx="1663824" cy="747713"/>
          </a:xfrm>
          <a:prstGeom prst="rect">
            <a:avLst/>
          </a:prstGeom>
          <a:solidFill>
            <a:srgbClr val="0B1F3A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54801" y="5014913"/>
            <a:ext cx="114947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trữ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95381" y="5734050"/>
            <a:ext cx="66831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9378032" y="4833938"/>
            <a:ext cx="1836911" cy="747713"/>
          </a:xfrm>
          <a:prstGeom prst="rect">
            <a:avLst/>
          </a:prstGeom>
          <a:solidFill>
            <a:srgbClr val="0B1F3A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73307" y="5014913"/>
            <a:ext cx="132256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đổi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732392" y="5734050"/>
            <a:ext cx="12043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1705481" y="4833938"/>
            <a:ext cx="1792114" cy="747713"/>
          </a:xfrm>
          <a:prstGeom prst="rect">
            <a:avLst/>
          </a:prstGeom>
          <a:solidFill>
            <a:srgbClr val="0B1F3A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000756" y="5014913"/>
            <a:ext cx="127776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 vụ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12289854" y="5734050"/>
            <a:ext cx="6996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4135100" y="3429000"/>
            <a:ext cx="3238500" cy="4000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30475" y="4321969"/>
            <a:ext cx="1047750" cy="7620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885938" y="5274469"/>
            <a:ext cx="191050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14351413" y="5850731"/>
            <a:ext cx="28058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 · model AI · báo cáo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24 video xoay quanh 4 chữ này.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8799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 vs DA / DS / MLE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2743200" cy="9906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733800" y="3048000"/>
            <a:ext cx="3352800" cy="9906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3962400" y="3238500"/>
            <a:ext cx="29961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62800" y="3048000"/>
            <a:ext cx="3352800" cy="9906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7391400" y="3238500"/>
            <a:ext cx="29961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591800" y="3048000"/>
            <a:ext cx="3352800" cy="9906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400" y="3238500"/>
            <a:ext cx="29961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4020800" y="3048000"/>
            <a:ext cx="3352800" cy="9906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2" name="Text 10"/>
          <p:cNvSpPr/>
          <p:nvPr/>
        </p:nvSpPr>
        <p:spPr>
          <a:xfrm>
            <a:off x="14249400" y="3238500"/>
            <a:ext cx="299618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MLE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4305300"/>
            <a:ext cx="2368296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trả lời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3733800" y="4114800"/>
            <a:ext cx="3352800" cy="110668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0975" y="4333875"/>
            <a:ext cx="293903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có đến đúng giờ không?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162800" y="4114800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10450" y="4324350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này bán được bao nhiêu?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591800" y="4114800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39450" y="4324350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sau bán được bao nhiêu?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020800" y="4114800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268450" y="4324350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 đoán chạy 24/7 thế nào?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5488186"/>
            <a:ext cx="2368296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 chính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3733800" y="5297686"/>
            <a:ext cx="3352800" cy="110668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90975" y="5516761"/>
            <a:ext cx="293903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· Python · Airflow · Spark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7162800" y="5297686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0450" y="5507236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· Power BI · Excel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591800" y="5297686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9450" y="5507236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· notebook · thống kê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14020800" y="5297686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68450" y="5507236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 · Docker · MLflow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6671072"/>
            <a:ext cx="2368296" cy="763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 ra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3733800" y="6480572"/>
            <a:ext cx="3352800" cy="110668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90975" y="6699647"/>
            <a:ext cx="293903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Dataset đúng, đủ, đúng giờ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162800" y="6480572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0450" y="6690122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Dashboard, báo cáo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591800" y="6480572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39450" y="6690122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Model, insight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4020800" y="6480572"/>
            <a:ext cx="3352800" cy="110668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268450" y="6690122"/>
            <a:ext cx="2958084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chạy production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43000" y="7853958"/>
            <a:ext cx="2368296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phụ thuộc vào ai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3733800" y="7663458"/>
            <a:ext cx="3352800" cy="10495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90975" y="7882533"/>
            <a:ext cx="2939034" cy="649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3 vai còn lại cần DE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7162800" y="7663458"/>
            <a:ext cx="3352800" cy="10495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10450" y="7873008"/>
            <a:ext cx="2958084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DE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10591800" y="7663458"/>
            <a:ext cx="3352800" cy="10495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39450" y="7873008"/>
            <a:ext cx="2958084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DE + DA</a:t>
            </a:r>
            <a:endParaRPr lang="en-US" sz="1950" dirty="0"/>
          </a:p>
        </p:txBody>
      </p:sp>
      <p:sp>
        <p:nvSpPr>
          <p:cNvPr id="47" name="Shape 45"/>
          <p:cNvSpPr/>
          <p:nvPr/>
        </p:nvSpPr>
        <p:spPr>
          <a:xfrm>
            <a:off x="14020800" y="7663458"/>
            <a:ext cx="3352800" cy="10495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268450" y="7873008"/>
            <a:ext cx="2958084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364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DE + DS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72451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ngày của Data Engineer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1466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8:30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705100" y="3243263"/>
            <a:ext cx="488087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pipeline đêm qua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071938"/>
            <a:ext cx="1466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9:30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05100" y="4076700"/>
            <a:ext cx="451874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Fix job đỏ vì schema đổi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4905375"/>
            <a:ext cx="1466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11:00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705100" y="4910138"/>
            <a:ext cx="35991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Họp BI về bảng mới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738813"/>
            <a:ext cx="1466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14:00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705100" y="5743575"/>
            <a:ext cx="352559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pipeline + test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572250"/>
            <a:ext cx="14668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16:30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705100" y="6577013"/>
            <a:ext cx="614218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Review code, xem hoá đơn cloud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42017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 Engineer vs Data Engineer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11430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238500"/>
            <a:ext cx="6438900" cy="11430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467100"/>
            <a:ext cx="60224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 Engineer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34700" y="3238500"/>
            <a:ext cx="6438900" cy="11430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467100"/>
            <a:ext cx="602246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686300"/>
            <a:ext cx="29222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 vị làm việc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19600" y="4457700"/>
            <a:ext cx="6438900" cy="1143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705350"/>
            <a:ext cx="59843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Feature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0934700" y="4457700"/>
            <a:ext cx="6438900" cy="11430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68075" y="4714875"/>
            <a:ext cx="59653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Dataset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19200" y="5905500"/>
            <a:ext cx="29222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 thù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419600" y="5676900"/>
            <a:ext cx="6438900" cy="1143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5924550"/>
            <a:ext cx="59843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Bug nổ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934700" y="5676900"/>
            <a:ext cx="6438900" cy="11430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68075" y="5934075"/>
            <a:ext cx="59653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sai mà không báo lỗi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19200" y="7124700"/>
            <a:ext cx="292227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Thành công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419600" y="6896100"/>
            <a:ext cx="6438900" cy="1143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3450" y="7143750"/>
            <a:ext cx="598436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 chạy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0934700" y="6896100"/>
            <a:ext cx="6438900" cy="11430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68075" y="7153275"/>
            <a:ext cx="596531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đúng, đúng giờ, mỗi ngày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4343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đi từ đâu đến đâu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341337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 một chuỗi cà phê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2425675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175" y="3952875"/>
            <a:ext cx="22161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93116" y="5905500"/>
            <a:ext cx="26682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 · App · IoT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0075" y="3810000"/>
            <a:ext cx="381000" cy="1905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21075" y="3810000"/>
            <a:ext cx="2425675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25850" y="3952875"/>
            <a:ext cx="22161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Ingestion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599791" y="5905500"/>
            <a:ext cx="26682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Airbyte · Kafka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750" y="3810000"/>
            <a:ext cx="381000" cy="1905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27750" y="3810000"/>
            <a:ext cx="242575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32525" y="3952875"/>
            <a:ext cx="2216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Lake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6406463" y="5905500"/>
            <a:ext cx="26683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S3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3500" y="3810000"/>
            <a:ext cx="381000" cy="1905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334500" y="3810000"/>
            <a:ext cx="2425675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439275" y="3952875"/>
            <a:ext cx="22161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Transform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9213216" y="5905500"/>
            <a:ext cx="266824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· dbt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60175" y="3810000"/>
            <a:ext cx="381000" cy="19050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2141175" y="3810000"/>
            <a:ext cx="2425675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2245950" y="3952875"/>
            <a:ext cx="2216125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Warehouse</a:t>
            </a:r>
            <a:endParaRPr lang="en-US" sz="2250" dirty="0"/>
          </a:p>
        </p:txBody>
      </p:sp>
      <p:sp>
        <p:nvSpPr>
          <p:cNvPr id="23" name="Text 17"/>
          <p:cNvSpPr/>
          <p:nvPr/>
        </p:nvSpPr>
        <p:spPr>
          <a:xfrm>
            <a:off x="12103075" y="5905500"/>
            <a:ext cx="250187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BigQuery · Redshift · ClickHouse</a:t>
            </a:r>
            <a:endParaRPr lang="en-US" sz="18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566850" y="3810000"/>
            <a:ext cx="381000" cy="19050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14947850" y="3810000"/>
            <a:ext cx="242575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5052625" y="3952875"/>
            <a:ext cx="22162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 / AI</a:t>
            </a:r>
            <a:endParaRPr lang="en-US" sz="2250" dirty="0"/>
          </a:p>
        </p:txBody>
      </p:sp>
      <p:sp>
        <p:nvSpPr>
          <p:cNvPr id="27" name="Text 20"/>
          <p:cNvSpPr/>
          <p:nvPr/>
        </p:nvSpPr>
        <p:spPr>
          <a:xfrm>
            <a:off x="14826563" y="5905500"/>
            <a:ext cx="266832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Power BI · Metabase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914400" y="7048500"/>
            <a:ext cx="16459200" cy="6858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277719" y="7222331"/>
            <a:ext cx="3391436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Orchestration · Airflow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9589443" y="7222331"/>
            <a:ext cx="266292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phối cả chuỗi</a:t>
            </a:r>
            <a:endParaRPr lang="en-US" sz="2100" dirty="0"/>
          </a:p>
        </p:txBody>
      </p:sp>
      <p:sp>
        <p:nvSpPr>
          <p:cNvPr id="31" name="Text 24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 theo ô, không học theo tên.</a:t>
            </a:r>
            <a:endParaRPr lang="en-US" sz="2700" dirty="0"/>
          </a:p>
        </p:txBody>
      </p:sp>
      <p:sp>
        <p:nvSpPr>
          <p:cNvPr id="32" name="Text 25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5503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Stack thực tế ở Việt Nam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265007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 sát của mình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5283175" cy="4191000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000500"/>
            <a:ext cx="49732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hàng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47005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On-prem, Oracle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54244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Hadoop → Spark, lakehouse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95400" y="61483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Tuân thủ nặng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02375" y="3619500"/>
            <a:ext cx="5283175" cy="4191000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11" name="Text 9"/>
          <p:cNvSpPr/>
          <p:nvPr/>
        </p:nvSpPr>
        <p:spPr>
          <a:xfrm>
            <a:off x="6883375" y="4000500"/>
            <a:ext cx="49732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E-com / startup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83375" y="47005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Cloud từ đầu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83375" y="54244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BigQuery / Redshift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83375" y="6148388"/>
            <a:ext cx="49732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Airflow, dbt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090350" y="3619500"/>
            <a:ext cx="5283250" cy="4191000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471350" y="4000500"/>
            <a:ext cx="49733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 đoàn đa ngành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71350" y="4700588"/>
            <a:ext cx="4973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công ty con một hệ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471350" y="5424488"/>
            <a:ext cx="4973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toán: gộp và chuẩn hoá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3107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 kỹ năng nền, theo thứ tự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35623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SQL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33900" y="3238500"/>
            <a:ext cx="719607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function, CTE, đọc query plan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090987"/>
            <a:ext cx="35623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Python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33900" y="4090987"/>
            <a:ext cx="539763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sạch, có test, có log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4943475"/>
            <a:ext cx="333565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Tư duy hệ thống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33900" y="4943475"/>
            <a:ext cx="630287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đầu nguồn, vỡ gì ở cuối nguồn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343650"/>
            <a:ext cx="1645920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6905625"/>
            <a:ext cx="356235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533900" y="6905625"/>
            <a:ext cx="596947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Spark, Kafka, Airflow — học sau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7642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"Phải giỏi toán"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7642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logic; toán nặng là việc của DS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5338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"Phải có bằng CNTT"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5338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 không có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3034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"Phải biết hết công nghệ"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3034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Sâu 1 stack, hiểu 6 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0730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"Chỉ Big Data mới cần DE"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0730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90% công ty VN dữ liệu vừa, vẫn thiếu DE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94620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 trình 8 tháng từ số 0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6459200" cy="5715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38500"/>
            <a:ext cx="40027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1–2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4019550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43450"/>
            <a:ext cx="427482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 + Python + Docker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398740"/>
            <a:ext cx="42748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1–6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105400" y="3238500"/>
            <a:ext cx="40027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3–4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105400" y="4019550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5400" y="4743450"/>
            <a:ext cx="427482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Batch, Lake, Spark, dbt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05400" y="5398740"/>
            <a:ext cx="42748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7–12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96400" y="3238500"/>
            <a:ext cx="40027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5–6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296400" y="4019550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6400" y="4743450"/>
            <a:ext cx="400278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Streaming, Kafka, Lakehouse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96400" y="5825430"/>
            <a:ext cx="42748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13–18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487400" y="3238500"/>
            <a:ext cx="40027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THÁNG 7–8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487400" y="4019550"/>
            <a:ext cx="342900" cy="342900"/>
          </a:xfrm>
          <a:prstGeom prst="ellipse">
            <a:avLst/>
          </a:prstGeom>
          <a:solidFill>
            <a:srgbClr val="0B1F3A"/>
          </a:solidFill>
          <a:ln w="57150">
            <a:solidFill>
              <a:srgbClr val="F47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87400" y="4743450"/>
            <a:ext cx="4002786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Airflow, Quality, CI/CD, Portfolio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487400" y="5825430"/>
            <a:ext cx="42748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19–24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8–10 giờ/tuần là đủ đi phỏng vấn junior.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3529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#01 — Vẽ sơ đồ dữ liệu công ty bạn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38513"/>
            <a:ext cx="48576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 kê nguồn dữ liệu sinh ra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291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329113"/>
            <a:ext cx="554128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Liệt kê ai dùng để ra quyết định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197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197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319713"/>
            <a:ext cx="703285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 mũi tên nối, đánh dấu đoạn đang đứt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2103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2103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310313"/>
            <a:ext cx="380889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Chụp, đăng comment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3624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tờ giấy có 3 cột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6502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– Đường ống – Người dùng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49175" y="59959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 nhất 1 dấu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5120" y="3609529"/>
            <a:ext cx="41576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276475" y="4357241"/>
            <a:ext cx="13735050" cy="1501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khác Data Analyst ở chỗ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985169" y="6277421"/>
            <a:ext cx="831766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lời bằng câu hỏi mỗi người giải, không liệt kê công cụ.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60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2064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4472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12257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trúc dữ liệu hiện đại: OLTP, OLAP, Warehouse, Lake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32064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6/11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2026-10-22T09:44:02Z</dcterms:created>
  <dcterms:modified xsi:type="dcterms:W3CDTF">2026-10-22T09:44:02Z</dcterms:modified>
</cp:coreProperties>
</file>