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957316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957316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 &amp;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957316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Infrastructure as Code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957316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 Actions + Terraform cho data pipeline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696262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DE cần CI/CD · Git flow cho data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49930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pipeline khác test code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10594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CI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334436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Terraform cho lake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553916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 trường dev / staging / prod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59318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CI/CD thì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718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525986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 DAG trên server bằng vim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04336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14775"/>
            <a:ext cx="353640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"Hôm qua ai đổi gì?"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81488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686300"/>
            <a:ext cx="367138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rollback được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58641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457825"/>
            <a:ext cx="453381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 trường dev khác prod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579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6229350"/>
            <a:ext cx="557157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thay đổi là một lần hồi hộp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26126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 flow cho DE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857625"/>
            <a:ext cx="1905000" cy="12382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347" y="4150519"/>
            <a:ext cx="147110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feature/*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60599" y="4536281"/>
            <a:ext cx="812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branch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9400" y="4333875"/>
            <a:ext cx="419100" cy="285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38500" y="3857625"/>
            <a:ext cx="1333500" cy="12382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28975" y="3886200"/>
            <a:ext cx="135255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</a:t>
            </a:r>
            <a:endParaRPr lang="en-US" sz="2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4333875"/>
            <a:ext cx="419100" cy="285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91100" y="3238500"/>
            <a:ext cx="3800475" cy="2476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57800" y="3371404"/>
            <a:ext cx="359378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257800" y="3757166"/>
            <a:ext cx="3365087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ruff · pytest dbt parse dbt build terraform plan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257800" y="5315396"/>
            <a:ext cx="3593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 dữ liệu mẫu</a:t>
            </a:r>
            <a:endParaRPr lang="en-US" sz="16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91575" y="4333875"/>
            <a:ext cx="419100" cy="28575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210675" y="3857625"/>
            <a:ext cx="1619250" cy="12382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01150" y="3886200"/>
            <a:ext cx="163830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</a:t>
            </a:r>
            <a:endParaRPr lang="en-US" sz="2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29925" y="4333875"/>
            <a:ext cx="419100" cy="28575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1249025" y="3857625"/>
            <a:ext cx="1905000" cy="12382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1904315" y="4150519"/>
            <a:ext cx="6706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11872168" y="4536281"/>
            <a:ext cx="7348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</a:t>
            </a:r>
            <a:endParaRPr lang="en-US" sz="16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54025" y="4333875"/>
            <a:ext cx="419100" cy="28575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3573125" y="3238500"/>
            <a:ext cx="3800475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3830300" y="3735214"/>
            <a:ext cx="36147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13830300" y="4120976"/>
            <a:ext cx="3384709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0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deploy DAG dbt run prod terraform apply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thứ chạy trong production đều từng qua một PR.</a:t>
            </a:r>
            <a:endParaRPr lang="en-US" sz="2700" dirty="0"/>
          </a:p>
        </p:txBody>
      </p:sp>
      <p:sp>
        <p:nvSpPr>
          <p:cNvPr id="27" name="Text 20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28754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code vs Test pipeline dữ liệu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4290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419600" y="3048000"/>
            <a:ext cx="64389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724400" y="3200400"/>
            <a:ext cx="60224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code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934700" y="3048000"/>
            <a:ext cx="64389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0" y="3200400"/>
            <a:ext cx="60224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pipeline dữ liệu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19200" y="4229100"/>
            <a:ext cx="292227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 vào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19600" y="40767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3450" y="42481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Cố định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934700" y="40767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58550" y="42481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thay đổi mỗi ngày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19200" y="5257800"/>
            <a:ext cx="292227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gì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419600" y="51054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3450" y="52768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Logic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934700" y="51054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58550" y="52768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Logic + dữ liệu + schema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19200" y="6286500"/>
            <a:ext cx="292227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 trường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19600" y="61341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3450" y="63055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Mock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934700" y="61341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58550" y="63055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mẫu thật, nhỏ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19200" y="7315200"/>
            <a:ext cx="292227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 nhất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419600" y="71628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3450" y="73342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Edge case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934700" y="71628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58550" y="73342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bẩn thật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71479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Tháp test cho pipeline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286500" y="3143250"/>
            <a:ext cx="5715000" cy="7762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19875" y="3362325"/>
            <a:ext cx="283604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quality · prod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893" y="3386138"/>
            <a:ext cx="10754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20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57750" y="4071938"/>
            <a:ext cx="8572500" cy="7762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91125" y="4291013"/>
            <a:ext cx="258524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test · staging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43618" y="4314825"/>
            <a:ext cx="181858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lần deploy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9000" y="5000625"/>
            <a:ext cx="11430000" cy="7762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2375" y="5219700"/>
            <a:ext cx="696172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tích hợp · 1 ngày dữ liệu mẫu trong Docker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741524" y="5243513"/>
            <a:ext cx="8603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PR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00250" y="5929313"/>
            <a:ext cx="14287500" cy="795338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3150" y="6157913"/>
            <a:ext cx="676339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Unit test hàm transform · DataFrame 10 dòng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940210" y="6181725"/>
            <a:ext cx="2205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commit · giây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" y="8567738"/>
            <a:ext cx="1810512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ở đáy, nhanh và rẻ; ít ở đỉnh, chậm và thật.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96472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.github/workflows/ci.yml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ci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on: [pull_request]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jobs: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test: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runs-on: ubuntu-latest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steps: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uses: actions/checkout@v4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uses: actions/setup-python@v5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with: {python-version: "3.12", cache: pip}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run: pip install -e ".[dev]"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run: ruff check . &amp;&amp; ruff format --check 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run: pytest tests/ -q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550" y="739884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run: cd dbt &amp;&amp; dbt deps &amp;&amp; dbt build --target ci   # DuckDB, dữ liệu mẫu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758129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DuckDB cho CI chạy không cần service, dưới 2 phút.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43561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CI nâng cao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279286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Slim CI — chỉ build model đổi và downstream: </a:t>
            </a:r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--select state:modified+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57556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riêng cho mỗi PR, xoá khi merge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629796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kết quả PR với prod (data diff)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8429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Infrastructure as Code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288331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Bucket, catalog, IAM, Kafka topic, Airflow connection đều là code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924762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terraform plan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 PR để reviewer thấy sẽ đổi gì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483184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State lưu từ xa (S3 + lock)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584079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click console trong prod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31844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infra/lake.tf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890320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89032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 "aws_s3_bucket" "lake" { bucket = "coffee-lake-${var.env}" }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352550" y="3172718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 "aws_s3_bucket_public_access_block" "lake" {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352550" y="3545086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bucket = aws_s3_bucket.lake.id   block_public_acls = true   restrict_public_buckets = true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352550" y="3917454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52550" y="4289822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 "aws_s3_bucket_lifecycle_configuration" "lake" {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352550" y="4662190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bucket = aws_s3_bucket.lake.id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352550" y="5034558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rule { id = "bronze"  filter { prefix = "bronze/" }  status = "Enabled"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352550" y="5406926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transition { days = 30  storage_class = "STANDARD_IA" }  expiration { days = 365 } }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352550" y="5779294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352550" y="6151662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 "aws_glue_catalog_database" "silver" { name = "silver_${var.env}" }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352550" y="6524030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 "aws_iam_role" "ingest_job" { name = "ingest-${var.env}"  assume_role_policy = local.assume }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352550" y="6896398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"aws_iam_policy_document" "ingest" {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352550" y="7268766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statement { actions = ["s3:PutObject", "s3:GetObject"]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71550" y="7622084"/>
            <a:ext cx="16402050" cy="372368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20" name="Text 18"/>
          <p:cNvSpPr/>
          <p:nvPr/>
        </p:nvSpPr>
        <p:spPr>
          <a:xfrm>
            <a:off x="1352550" y="7641134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resources = ["${aws_s3_bucket.lake.arn}/bronze/*", "${aws_s3_bucket.lake.arn}/silver/*"] }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352550" y="8013502"/>
            <a:ext cx="16132112" cy="3723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7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14400" y="8710613"/>
            <a:ext cx="1077905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Job ingest chỉ được ghi bronze/silver. Lifecycle rule từ video 9 giờ là code.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91891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 / staging / prod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4724400" cy="4000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381375"/>
            <a:ext cx="44634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47775" y="3862387"/>
            <a:ext cx="44634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 mình · Docker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47775" y="4343400"/>
            <a:ext cx="4057650" cy="190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247775" y="4552950"/>
            <a:ext cx="4179379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2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bucket: lake-dev airflow: local dbt target: dev dữ liệu: 1 ngày mẫu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4686300"/>
            <a:ext cx="1143000" cy="381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35923" y="5143500"/>
            <a:ext cx="8249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 + CI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781800" y="3048000"/>
            <a:ext cx="4724400" cy="4000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15175" y="3381375"/>
            <a:ext cx="44634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115175" y="3862387"/>
            <a:ext cx="44634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 · bản sao nhỏ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15175" y="4343400"/>
            <a:ext cx="4057650" cy="190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5" name="Text 12"/>
          <p:cNvSpPr/>
          <p:nvPr/>
        </p:nvSpPr>
        <p:spPr>
          <a:xfrm>
            <a:off x="7115175" y="4552950"/>
            <a:ext cx="4179379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2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bucket: lake-staging airflow: staging dbt target: staging dữ liệu: 7 ngày thật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6200" y="4552950"/>
            <a:ext cx="1143000" cy="381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506200" y="5010150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 main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12649200" y="3048000"/>
            <a:ext cx="4724400" cy="4000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992100" y="3390900"/>
            <a:ext cx="44424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2992100" y="3871913"/>
            <a:ext cx="44424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 · không ai SSH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2992100" y="4352925"/>
            <a:ext cx="4038600" cy="1905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22" name="Text 18"/>
          <p:cNvSpPr/>
          <p:nvPr/>
        </p:nvSpPr>
        <p:spPr>
          <a:xfrm>
            <a:off x="12992100" y="4562475"/>
            <a:ext cx="4159758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2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bucket: lake-prod airflow: prod dbt target: prod dữ liệu: tất cả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 nhau ở biến, không ở code.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bằng cách chạy trên prod rồi xem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mẫu + staging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Terraform state trong repo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 state có lock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Secret trong workflow YAML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 Secrets / OIDC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 chạy 40 phút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Slim CI, DuckDB, cache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43714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#22 — CI cho dbt, Terraform cho lake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0480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33550" y="3131344"/>
            <a:ext cx="935149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workflow CI vào repo, mở PR đổi 1 model, xem CI chạy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38481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8481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33550" y="3931444"/>
            <a:ext cx="389517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Cố ý phá test, xem PR đỏ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6482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6482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33550" y="4731544"/>
            <a:ext cx="963406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Terraform cho bucket + IAM (AWS thật hoặc LocalStack)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4483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4483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33550" y="5531644"/>
            <a:ext cx="637957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1875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terraform plan </a:t>
            </a:r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 PR, apply sau merge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2484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2484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33550" y="6331744"/>
            <a:ext cx="422423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 target staging cho dbt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2420600" y="3048000"/>
            <a:ext cx="4953000" cy="33956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45757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3976687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 có check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xanh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đỏ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511968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Bucket tạo bằng code với lifecycle rule từ #09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40396" y="3609529"/>
            <a:ext cx="420720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#22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85938" y="4357241"/>
            <a:ext cx="14716125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pipeline dữ liệu khác test code thường ở đâu?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44572" y="6277421"/>
            <a:ext cx="959878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 vào thay đổi; cần dữ liệu mẫu thật, test schema và phân phối.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172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28380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207888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378771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 &amp; bảo mật dữ liệu: FinOps, PII, access control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528380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19/1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2026-10-22T11:19:53Z</dcterms:created>
  <dcterms:modified xsi:type="dcterms:W3CDTF">2026-10-22T11:19:53Z</dcterms:modified>
</cp:coreProperties>
</file>