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597102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597102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Lake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597102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 S3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597102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 chức bronze / silver / gold chuẩn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562396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 storage khác file system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40301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Medallion architecture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541727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Naming &amp; partition convention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57322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Lifecycle &amp; chi phí · IAM tối thiểu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521493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bằng Athena / DuckDB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97780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 storage khác file system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650317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có thư mục thật, chỉ có key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26999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sửa tại chỗ, chỉ ghi đè cả object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396507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Rẻ, bền, scale vô hạn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830914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 trễ cao hơn đĩa local → đọc file lớn, ít file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9327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Medallion architecture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724400" cy="3810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5875" y="3609975"/>
            <a:ext cx="43795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5875" y="4090987"/>
            <a:ext cx="437959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85875" y="4691063"/>
            <a:ext cx="43795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Append, giữ nguyên nguồn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5875" y="6376988"/>
            <a:ext cx="43795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bronze/pos/dt=…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4857750"/>
            <a:ext cx="1143000" cy="571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81800" y="3238500"/>
            <a:ext cx="4724400" cy="3810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53275" y="3609975"/>
            <a:ext cx="43795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153275" y="4090987"/>
            <a:ext cx="437959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Sạch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153275" y="4691063"/>
            <a:ext cx="43795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Khử trùng, đúng kiểu, Parquet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153275" y="6376988"/>
            <a:ext cx="43795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silver/pos/dt=…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6200" y="4857750"/>
            <a:ext cx="1143000" cy="5715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649200" y="3238500"/>
            <a:ext cx="4724400" cy="3810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3030200" y="3619500"/>
            <a:ext cx="43586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3030200" y="4100513"/>
            <a:ext cx="43586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nghiệp vụ</a:t>
            </a:r>
            <a:endParaRPr lang="en-US" sz="2550" dirty="0"/>
          </a:p>
        </p:txBody>
      </p:sp>
      <p:sp>
        <p:nvSpPr>
          <p:cNvPr id="19" name="Text 15"/>
          <p:cNvSpPr/>
          <p:nvPr/>
        </p:nvSpPr>
        <p:spPr>
          <a:xfrm>
            <a:off x="13030200" y="4700588"/>
            <a:ext cx="43586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 schema, sẵn cho BI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13030200" y="6367463"/>
            <a:ext cx="43586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gold/sales/fact_sales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tầng một lời hứa về chất lượng.</a:t>
            </a:r>
            <a:endParaRPr lang="en-US" sz="2700" dirty="0"/>
          </a:p>
        </p:txBody>
      </p:sp>
      <p:sp>
        <p:nvSpPr>
          <p:cNvPr id="22" name="Text 18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18088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 vs Silver vs Gold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238500" cy="800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229100" y="2857500"/>
            <a:ext cx="4330675" cy="800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495800" y="2990850"/>
            <a:ext cx="39271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35975" y="2857500"/>
            <a:ext cx="4330675" cy="800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902675" y="2990850"/>
            <a:ext cx="39271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042850" y="2857500"/>
            <a:ext cx="4330675" cy="800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309550" y="2990850"/>
            <a:ext cx="39271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" y="3867150"/>
            <a:ext cx="2802255" cy="79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dạng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229100" y="3733800"/>
            <a:ext cx="4330675" cy="102483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4850" y="3886200"/>
            <a:ext cx="38890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 nguồn (JSON, CSV, Parquet)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635975" y="3733800"/>
            <a:ext cx="4330675" cy="102483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1725" y="3886200"/>
            <a:ext cx="38890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042850" y="3733800"/>
            <a:ext cx="4330675" cy="102483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28600" y="3886200"/>
            <a:ext cx="38890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/ bảng warehouse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1100" y="4968180"/>
            <a:ext cx="28022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đọc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4229100" y="4834830"/>
            <a:ext cx="4330675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4850" y="4987230"/>
            <a:ext cx="38890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pipeline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635975" y="4834830"/>
            <a:ext cx="4330675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1725" y="4987230"/>
            <a:ext cx="38890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DE, DS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3042850" y="4834830"/>
            <a:ext cx="4330675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328600" y="4987230"/>
            <a:ext cx="38890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BI, DA, mọi người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1100" y="5844480"/>
            <a:ext cx="280225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phép xoá / sửa?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4229100" y="5711130"/>
            <a:ext cx="4330675" cy="98673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4850" y="5863530"/>
            <a:ext cx="3889095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Không, chỉ append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635975" y="5711130"/>
            <a:ext cx="4330675" cy="98673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1725" y="5863530"/>
            <a:ext cx="3889095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đè partition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042850" y="5711130"/>
            <a:ext cx="4330675" cy="98673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28600" y="5863530"/>
            <a:ext cx="3889095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Rebuild từ silver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81100" y="6907411"/>
            <a:ext cx="28022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 giữ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4229100" y="6774061"/>
            <a:ext cx="4330675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4850" y="6926461"/>
            <a:ext cx="38890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năm, rồi Glacier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8635975" y="6774061"/>
            <a:ext cx="4330675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21725" y="6926461"/>
            <a:ext cx="38890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Lâu dài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3042850" y="6774061"/>
            <a:ext cx="4330675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28600" y="6926461"/>
            <a:ext cx="38890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Lâu dài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181100" y="7783711"/>
            <a:ext cx="28022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 bảng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4229100" y="7650361"/>
            <a:ext cx="4330675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14850" y="7802761"/>
            <a:ext cx="38890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1739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pos_raw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8635975" y="7650361"/>
            <a:ext cx="4330675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21725" y="7802761"/>
            <a:ext cx="38890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1739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pos_clean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3042850" y="7650361"/>
            <a:ext cx="4330675" cy="8001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338125" y="7812286"/>
            <a:ext cx="387004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1739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fact_sales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5950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ước đường dẫn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324400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324400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mẫu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550" y="3484215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s3://lake/&lt;layer&gt;/&lt;domain&gt;/&lt;table&gt;/dt=YYYY-MM-DD/part-*.parquet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ví dụ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s3://lake/bronze/pos/pos_raw/dt=2026-11-01/part-0000.json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s3://lake/silver/pos/pos_clean/dt=2026-11-01/part-0000.parquet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s3://lake/gold/sales/fact_sales/dt=2026-11-01/part-0000.parquet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8710613"/>
            <a:ext cx="66281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Hive-style partition (dt=) để mọi engine hiểu.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7573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ước đặt tên trong series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041725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/ domain / table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 domain: pos, app, iot, weather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18859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snake_case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508191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ngày trong tên bảng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743976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Version khi đổi schema lớn: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pos_clean_v2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05460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Lifecycle và storage class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476750"/>
            <a:ext cx="16459200" cy="5715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429000"/>
            <a:ext cx="3886200" cy="842963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0907" y="3657600"/>
            <a:ext cx="33931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Standard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686050" y="4500563"/>
            <a:ext cx="342900" cy="342900"/>
          </a:xfrm>
          <a:prstGeom prst="ellipse">
            <a:avLst/>
          </a:prstGeom>
          <a:solidFill>
            <a:srgbClr val="0B1F3A"/>
          </a:solidFill>
          <a:ln w="57150">
            <a:solidFill>
              <a:srgbClr val="F47B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0090" y="5148263"/>
            <a:ext cx="42748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15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 – 30 NGÀY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5676900"/>
            <a:ext cx="4274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đọc mỗi ngày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5400" y="3429000"/>
            <a:ext cx="3886200" cy="82391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2382" y="3648075"/>
            <a:ext cx="3412236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Infrequent Access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77050" y="4481513"/>
            <a:ext cx="342900" cy="342900"/>
          </a:xfrm>
          <a:prstGeom prst="ellipse">
            <a:avLst/>
          </a:prstGeom>
          <a:solidFill>
            <a:srgbClr val="0B1F3A"/>
          </a:solidFill>
          <a:ln w="57150">
            <a:solidFill>
              <a:srgbClr val="F47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1090" y="5129213"/>
            <a:ext cx="42748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15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 – 90 NGÀY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11090" y="5657850"/>
            <a:ext cx="4274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thỉnh thoảng backfill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96400" y="3429000"/>
            <a:ext cx="3886200" cy="82391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3382" y="3648075"/>
            <a:ext cx="3412236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Glacier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068050" y="4481513"/>
            <a:ext cx="342900" cy="342900"/>
          </a:xfrm>
          <a:prstGeom prst="ellipse">
            <a:avLst/>
          </a:prstGeom>
          <a:solidFill>
            <a:srgbClr val="0B1F3A"/>
          </a:solidFill>
          <a:ln w="57150">
            <a:solidFill>
              <a:srgbClr val="F47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2090" y="5129213"/>
            <a:ext cx="42748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15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&gt; 90 NGÀY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02090" y="5657850"/>
            <a:ext cx="4274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trữ, audit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487400" y="3429000"/>
            <a:ext cx="3886200" cy="823913"/>
          </a:xfrm>
          <a:prstGeom prst="rect">
            <a:avLst/>
          </a:prstGeom>
          <a:ln w="28575">
            <a:solidFill>
              <a:srgbClr val="8FA3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24382" y="3648075"/>
            <a:ext cx="3412236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Xoá bronze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5259050" y="4481513"/>
            <a:ext cx="342900" cy="342900"/>
          </a:xfrm>
          <a:prstGeom prst="ellipse">
            <a:avLst/>
          </a:prstGeom>
          <a:solidFill>
            <a:srgbClr val="0B1F3A"/>
          </a:solidFill>
          <a:ln w="57150">
            <a:solidFill>
              <a:srgbClr val="8FA3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93090" y="5129213"/>
            <a:ext cx="42748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15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1 NĂM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293090" y="5657850"/>
            <a:ext cx="4274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 / gold giữ lại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cũ vẫn giữ, nhưng trả ít tiền hơn.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69452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Standard vs IA vs Glacier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6195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610100" y="3238500"/>
            <a:ext cx="420365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876800" y="3467100"/>
            <a:ext cx="37963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Standard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889950" y="3238500"/>
            <a:ext cx="4203725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9156650" y="3467100"/>
            <a:ext cx="379643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169875" y="3238500"/>
            <a:ext cx="4203725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436575" y="3467100"/>
            <a:ext cx="379643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Glacier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" y="4591050"/>
            <a:ext cx="31946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 lưu trữ tương đối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610100" y="4362450"/>
            <a:ext cx="42036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5850" y="4610100"/>
            <a:ext cx="375826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1×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889950" y="4362450"/>
            <a:ext cx="420372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5700" y="4610100"/>
            <a:ext cx="37583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 0.5×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169875" y="4362450"/>
            <a:ext cx="420372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55625" y="4610100"/>
            <a:ext cx="37583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 0.2× trở xuống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81100" y="5715000"/>
            <a:ext cx="31946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 đọc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4610100" y="5486400"/>
            <a:ext cx="42036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5850" y="5734050"/>
            <a:ext cx="375826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8889950" y="5486400"/>
            <a:ext cx="420372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5700" y="5734050"/>
            <a:ext cx="37583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 thêm theo GB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3169875" y="5486400"/>
            <a:ext cx="420372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455625" y="5734050"/>
            <a:ext cx="37583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Cao, tính theo lần lấy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81100" y="6838950"/>
            <a:ext cx="31946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 lấy ra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4610100" y="6610350"/>
            <a:ext cx="42036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5850" y="6858000"/>
            <a:ext cx="375826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 giây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8889950" y="6610350"/>
            <a:ext cx="420372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75700" y="6858000"/>
            <a:ext cx="37583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 giây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3169875" y="6610350"/>
            <a:ext cx="420372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55625" y="6858000"/>
            <a:ext cx="37583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Phút đến giờ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181100" y="7962900"/>
            <a:ext cx="31946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cho tầng nào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4610100" y="7734300"/>
            <a:ext cx="420365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5375" y="7991475"/>
            <a:ext cx="37392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Silver, gold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8889950" y="7734300"/>
            <a:ext cx="420372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5700" y="7981950"/>
            <a:ext cx="37583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 1–3 tháng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3169875" y="7734300"/>
            <a:ext cx="420372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455625" y="7981950"/>
            <a:ext cx="375833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 cũ, audit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3660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IAM tối thiểu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989747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chỉ được ghi bronze / silver của domain mình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277915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 chỉ đọc gold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12358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dùng access key cá nhân trong code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381151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role cho mỗi job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47479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thẳng trên lake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Athena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EXTERNAL TABLE silver.pos_clean (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order_id STRING, store_id STRING, amount DECIMAL(12,0), ts TIMESTAMP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PARTITIONED BY (dt DATE) STORED AS PARQUET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LOCATION 's3://lake/silver/pos/pos_clean/';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MSCK REPAIR TABLE silver.pos_clean;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DuckDB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dt, SUM(amount) FROM read_parquet(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's3://lake/silver/pos/pos_clean/*/*.parquet',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71550" y="701404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hive_partitioning = true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WHERE dt &gt;= '2026-10-26' GROUP BY 1;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871048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hive_partitioning đọc dt từ đường dẫn, lọc trước khi mở file.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bucket chung, không phân tầng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Prefix theo tầng, domain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bronze mãi ở Standard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Lifecycle rule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file 1 KB mỗi event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 theo giờ / ngày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Public bucket "cho tiện"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Block public access mặc định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4654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#09 — Dựng lake và query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15655"/>
            <a:ext cx="8142082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 bucket </a:t>
            </a:r>
            <a:pPr algn="l" indent="0" marL="0">
              <a:lnSpc>
                <a:spcPct val="110617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lake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 MinIO (hoặc S3 thật nếu có)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74319"/>
            <a:ext cx="804942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 Parquet từ Lab #07 lên bronze theo quy ước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912519"/>
            <a:ext cx="761796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Job Python bronze → silver: khử trùng, ép kiểu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50719"/>
            <a:ext cx="792508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silver bằng DuckDB với hive_partitioning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749624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lifecycle rule (S3) hoặc ghi chú (MinIO)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20600" y="3143250"/>
            <a:ext cx="4953000" cy="22526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5528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0719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doanh thu 7 ngày chỉ đọc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 partition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1314" y="3975274"/>
            <a:ext cx="42252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48060" y="4722986"/>
            <a:ext cx="1099188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Small-file problem xử lý ra sao?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944978" y="5911676"/>
            <a:ext cx="83980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 khi ghi, compaction định kỳ, mục tiêu kích thước file.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96522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88930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089151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 Spark từ số 0: DataFrame, lazy evaluation, shuffle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496522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4/12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2026-10-22T10:23:34Z</dcterms:created>
  <dcterms:modified xsi:type="dcterms:W3CDTF">2026-10-22T10:23:34Z</dcterms:modified>
</cp:coreProperties>
</file>