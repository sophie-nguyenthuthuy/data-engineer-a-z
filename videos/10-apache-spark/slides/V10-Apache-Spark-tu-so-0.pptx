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04846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04846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Spark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04846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số 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0484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DataFrame · lazy evaluation · shuffle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143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59765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cần (và không cần) Spark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59662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Driver, executor, cluster manager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862126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Transformation vs action · DAG &amp; lazy evaluation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438278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· Partition, cache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3170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Spark UI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0479" y="9424988"/>
            <a:ext cx="7593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28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271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KHÔNG cần Spark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17324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&lt; 50 GB → DuckDB / Polars nhanh hơn, rẻ hơn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43787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máy 64 GB RAM làm được rất nhiều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90843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trả giá bằng độ phức tạp, khởi động chậm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103025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Spark khi không vừa một máy, hoặc cần streaming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2339" y="9424988"/>
            <a:ext cx="7574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429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3711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Spark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28975"/>
            <a:ext cx="3810000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69852" y="3850481"/>
            <a:ext cx="117522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Driver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7863" y="4398169"/>
            <a:ext cx="328299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 trình của bạn SparkSession · lập kế hoạch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4400" y="4181475"/>
            <a:ext cx="952500" cy="571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76900" y="3228975"/>
            <a:ext cx="342900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5369" y="4071938"/>
            <a:ext cx="28120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 Manager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908015" y="4572000"/>
            <a:ext cx="29667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standalone · YARN · K8s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5900" y="4181475"/>
            <a:ext cx="952500" cy="571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58400" y="3143250"/>
            <a:ext cx="7315200" cy="7810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315575" y="3364706"/>
            <a:ext cx="17811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1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12125325" y="332422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106275" y="334327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13583245" y="3324225"/>
            <a:ext cx="1381795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564195" y="3343275"/>
            <a:ext cx="1419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15041240" y="332422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5022190" y="334327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16613460" y="3395663"/>
            <a:ext cx="579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GB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10058400" y="4076700"/>
            <a:ext cx="7315200" cy="7810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315575" y="4298156"/>
            <a:ext cx="17811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2</a:t>
            </a:r>
            <a:endParaRPr lang="en-US" sz="2100" dirty="0"/>
          </a:p>
        </p:txBody>
      </p:sp>
      <p:sp>
        <p:nvSpPr>
          <p:cNvPr id="23" name="Shape 19"/>
          <p:cNvSpPr/>
          <p:nvPr/>
        </p:nvSpPr>
        <p:spPr>
          <a:xfrm>
            <a:off x="12125325" y="425767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2106275" y="427672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25" name="Shape 21"/>
          <p:cNvSpPr/>
          <p:nvPr/>
        </p:nvSpPr>
        <p:spPr>
          <a:xfrm>
            <a:off x="13583245" y="4257675"/>
            <a:ext cx="1381795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564195" y="4276725"/>
            <a:ext cx="1419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27" name="Shape 23"/>
          <p:cNvSpPr/>
          <p:nvPr/>
        </p:nvSpPr>
        <p:spPr>
          <a:xfrm>
            <a:off x="15041240" y="425767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5022190" y="427672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16613460" y="4329113"/>
            <a:ext cx="579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GB</a:t>
            </a:r>
            <a:endParaRPr lang="en-US" sz="1650" dirty="0"/>
          </a:p>
        </p:txBody>
      </p:sp>
      <p:sp>
        <p:nvSpPr>
          <p:cNvPr id="30" name="Shape 26"/>
          <p:cNvSpPr/>
          <p:nvPr/>
        </p:nvSpPr>
        <p:spPr>
          <a:xfrm>
            <a:off x="10058400" y="5010150"/>
            <a:ext cx="7315200" cy="7810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315575" y="5231606"/>
            <a:ext cx="17811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3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>
            <a:off x="12125325" y="519112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2106275" y="521017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34" name="Shape 30"/>
          <p:cNvSpPr/>
          <p:nvPr/>
        </p:nvSpPr>
        <p:spPr>
          <a:xfrm>
            <a:off x="13583245" y="5191125"/>
            <a:ext cx="1381795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564195" y="5210175"/>
            <a:ext cx="1419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15041240" y="5191125"/>
            <a:ext cx="1381720" cy="419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5022190" y="5210175"/>
            <a:ext cx="1419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task</a:t>
            </a:r>
            <a:endParaRPr lang="en-US" sz="1650" dirty="0"/>
          </a:p>
        </p:txBody>
      </p:sp>
      <p:sp>
        <p:nvSpPr>
          <p:cNvPr id="38" name="Text 34"/>
          <p:cNvSpPr/>
          <p:nvPr/>
        </p:nvSpPr>
        <p:spPr>
          <a:xfrm>
            <a:off x="16613460" y="5262563"/>
            <a:ext cx="579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GB</a:t>
            </a:r>
            <a:endParaRPr lang="en-US" sz="1650" dirty="0"/>
          </a:p>
        </p:txBody>
      </p:sp>
      <p:sp>
        <p:nvSpPr>
          <p:cNvPr id="39" name="Text 35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Driver lập kế hoạch, executor làm việc.</a:t>
            </a:r>
            <a:endParaRPr lang="en-US" sz="2700" dirty="0"/>
          </a:p>
        </p:txBody>
      </p:sp>
      <p:sp>
        <p:nvSpPr>
          <p:cNvPr id="40" name="Text 36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04/16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0" y="10172700"/>
            <a:ext cx="457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1787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 PySpark đầu tiên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63269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63269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pyspark.sql import SparkSession, functions as 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 = SparkSession.builder.appName("daily_revenue").getOrCreate()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spark.read.parquet("s3a://lake/silver/pos/pos_clean/")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 = (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df.filter(F.col("dt") &gt;= "2026-11-01")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.groupBy("store_id", "dt")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.agg(F.sum("amount").alias("revenue"))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863483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882533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revenue.write.mode("overwrite").parquet("s3a://lake/gold/sales/daily_revenue/")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51915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có gì chạy cho đến dòng cuối.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5715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8038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Transformation vs Action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129278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Transformation chỉ ghi kế hoạch: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 select join groupBy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83659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Action mới chạy: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 collect write show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972287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Lazy = Spark tối ưu toàn bộ kế hoạch trước khi chạy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37223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collect()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 hết về driver → nguy hiểm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85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2333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 của job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7658100" cy="26765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571875"/>
            <a:ext cx="76904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4100513"/>
            <a:ext cx="3209925" cy="95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4901" y="4395788"/>
            <a:ext cx="27156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7700" y="4386263"/>
            <a:ext cx="5715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4100513"/>
            <a:ext cx="3209925" cy="95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76326" y="4395788"/>
            <a:ext cx="27156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filter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247775" y="5291138"/>
            <a:ext cx="76904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 partition xử lý độc lập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39088" y="4088606"/>
            <a:ext cx="13308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0" y="4493419"/>
            <a:ext cx="1143000" cy="571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715500" y="3238500"/>
            <a:ext cx="7658100" cy="2676525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3581400"/>
            <a:ext cx="7669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2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0058400" y="4100513"/>
            <a:ext cx="3200400" cy="95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305669" y="4395788"/>
            <a:ext cx="27058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groupBy</a:t>
            </a:r>
            <a:endParaRPr lang="en-US" sz="2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58800" y="4386263"/>
            <a:ext cx="571500" cy="381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3830300" y="4100513"/>
            <a:ext cx="3200400" cy="95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4077569" y="4395788"/>
            <a:ext cx="27058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</a:t>
            </a:r>
            <a:endParaRPr lang="en-US" sz="2250" dirty="0"/>
          </a:p>
        </p:txBody>
      </p:sp>
      <p:sp>
        <p:nvSpPr>
          <p:cNvPr id="21" name="Text 16"/>
          <p:cNvSpPr/>
          <p:nvPr/>
        </p:nvSpPr>
        <p:spPr>
          <a:xfrm>
            <a:off x="10058400" y="5281613"/>
            <a:ext cx="7669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dữ liệu cùng store ở cùng chỗ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lần dữ liệu phải đổi chỗ giữa executor là một stage mới.</a:t>
            </a:r>
            <a:endParaRPr lang="en-US" sz="2550" dirty="0"/>
          </a:p>
        </p:txBody>
      </p:sp>
      <p:sp>
        <p:nvSpPr>
          <p:cNvPr id="23" name="Text 18"/>
          <p:cNvSpPr/>
          <p:nvPr/>
        </p:nvSpPr>
        <p:spPr>
          <a:xfrm>
            <a:off x="16717491" y="9424988"/>
            <a:ext cx="7323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07/16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0" y="10172700"/>
            <a:ext cx="8001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7239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là gì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57525"/>
            <a:ext cx="7795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· lẫn lộn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586163"/>
            <a:ext cx="7086600" cy="8143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3836194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847975" y="3767138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0375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53830" y="3767138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6230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59685" y="3767138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2085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91050"/>
            <a:ext cx="7086600" cy="8143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1575" y="4841081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2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847975" y="4772025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0375" y="4848225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53830" y="4772025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6230" y="4848225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59685" y="4772025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2085" y="4848225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595938"/>
            <a:ext cx="7086600" cy="8143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1575" y="5845969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2847975" y="5776913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0375" y="5853112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53830" y="5776913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6230" y="5853112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59685" y="5776913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2085" y="5853112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0" y="3305175"/>
            <a:ext cx="2286000" cy="2857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287000" y="3048000"/>
            <a:ext cx="77952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· mỗi store một chỗ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0287000" y="3576638"/>
            <a:ext cx="7086600" cy="83343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553700" y="3836194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1</a:t>
            </a:r>
            <a:endParaRPr lang="en-US" sz="1950" dirty="0"/>
          </a:p>
        </p:txBody>
      </p:sp>
      <p:sp>
        <p:nvSpPr>
          <p:cNvPr id="33" name="Shape 30"/>
          <p:cNvSpPr/>
          <p:nvPr/>
        </p:nvSpPr>
        <p:spPr>
          <a:xfrm>
            <a:off x="12230100" y="3767138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382500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3235955" y="3767138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388355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4241810" y="3767138"/>
            <a:ext cx="853455" cy="4524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4394210" y="38433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0287000" y="4600575"/>
            <a:ext cx="7086600" cy="8143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544175" y="4850606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2</a:t>
            </a:r>
            <a:endParaRPr lang="en-US" sz="1950" dirty="0"/>
          </a:p>
        </p:txBody>
      </p:sp>
      <p:sp>
        <p:nvSpPr>
          <p:cNvPr id="41" name="Shape 38"/>
          <p:cNvSpPr/>
          <p:nvPr/>
        </p:nvSpPr>
        <p:spPr>
          <a:xfrm>
            <a:off x="12220575" y="4781550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372975" y="4857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3226430" y="4781550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378830" y="4857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4232285" y="4781550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4384685" y="4857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10287000" y="5605463"/>
            <a:ext cx="7086600" cy="8143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44175" y="5855494"/>
            <a:ext cx="16764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3</a:t>
            </a:r>
            <a:endParaRPr lang="en-US" sz="1950" dirty="0"/>
          </a:p>
        </p:txBody>
      </p:sp>
      <p:sp>
        <p:nvSpPr>
          <p:cNvPr id="49" name="Shape 46"/>
          <p:cNvSpPr/>
          <p:nvPr/>
        </p:nvSpPr>
        <p:spPr>
          <a:xfrm>
            <a:off x="12220575" y="5786438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372975" y="58626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13226430" y="5786438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378830" y="58626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14232285" y="5786438"/>
            <a:ext cx="853455" cy="4524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4384685" y="5862638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= ghi đĩa + truyền mạng + đọc lại. Đắt nhất trong Spark.</a:t>
            </a:r>
            <a:endParaRPr lang="en-US" sz="2550" dirty="0"/>
          </a:p>
        </p:txBody>
      </p:sp>
      <p:sp>
        <p:nvSpPr>
          <p:cNvPr id="56" name="Text 53"/>
          <p:cNvSpPr/>
          <p:nvPr/>
        </p:nvSpPr>
        <p:spPr>
          <a:xfrm>
            <a:off x="16691446" y="9424988"/>
            <a:ext cx="7583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08/16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5537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 tác nào gây shuffle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933586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Shuffle: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groupBy join distinct repartition orderBy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21269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shuffle: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 select map union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7023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số shuffle = giảm thời gian job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10287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6748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trong Spark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327331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vị song song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989640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 shuffle ra 200: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spark.sql.shuffle.partitions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957880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 ít → không tận dụng lõi · quá nhiều → overhead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35602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coalesce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khi ghi để tránh small file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1430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6597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 và repartition trước khi ghi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83646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8364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 = spark.read.parquet("s3a://lake/silver/pos/pos_clean/").filter("dt &gt;= '2026-11-01'")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" y="3484215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clean.cache()                     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dùng 2 lần bên dưới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by_store = clean.groupBy("store_id", "dt").agg(F.sum("amount").alias("revenue"))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by_product = clean.groupBy("product_id", "dt").agg(F.sum("quantity").alias("qty"))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(by_store.repartition("dt")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.write.mode("overwrite").partitionBy("dt")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.parquet("s3a://lake/gold/sales/daily_revenue/"))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clean.unpersist()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584489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 chỉ khi dùng lại, và nhớ unpersist.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809839" y="9424988"/>
            <a:ext cx="6399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12573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50016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Spark UI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36337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" y="3543300"/>
            <a:ext cx="1640205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1247775" y="3038475"/>
            <a:ext cx="657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134121" y="2886075"/>
            <a:ext cx="1492746" cy="657225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8" name="Shape 6"/>
          <p:cNvSpPr/>
          <p:nvPr/>
        </p:nvSpPr>
        <p:spPr>
          <a:xfrm>
            <a:off x="2134121" y="3505200"/>
            <a:ext cx="1492746" cy="381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2438921" y="3038475"/>
            <a:ext cx="9593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931667" y="3038475"/>
            <a:ext cx="10900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Storage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555159" y="3038475"/>
            <a:ext cx="607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119970" y="3038475"/>
            <a:ext cx="19964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localhost:4040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4514850"/>
            <a:ext cx="11430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1575" y="3743325"/>
            <a:ext cx="7620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85975" y="4514850"/>
            <a:ext cx="725805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6" name="Text 14"/>
          <p:cNvSpPr/>
          <p:nvPr/>
        </p:nvSpPr>
        <p:spPr>
          <a:xfrm>
            <a:off x="2314575" y="3743325"/>
            <a:ext cx="701859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44025" y="4514850"/>
            <a:ext cx="19050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8" name="Text 16"/>
          <p:cNvSpPr/>
          <p:nvPr/>
        </p:nvSpPr>
        <p:spPr>
          <a:xfrm>
            <a:off x="9572625" y="3743325"/>
            <a:ext cx="15240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249025" y="4514850"/>
            <a:ext cx="19050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43325"/>
            <a:ext cx="15240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154025" y="4514850"/>
            <a:ext cx="20955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22" name="Text 20"/>
          <p:cNvSpPr/>
          <p:nvPr/>
        </p:nvSpPr>
        <p:spPr>
          <a:xfrm>
            <a:off x="13382625" y="3743325"/>
            <a:ext cx="1714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Shuffle Read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249525" y="4514850"/>
            <a:ext cx="20955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24" name="Text 22"/>
          <p:cNvSpPr/>
          <p:nvPr/>
        </p:nvSpPr>
        <p:spPr>
          <a:xfrm>
            <a:off x="15478125" y="3743325"/>
            <a:ext cx="1714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Shuffle Write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1575" y="47053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314575" y="4705350"/>
            <a:ext cx="701859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parquet scan + filter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72625" y="4705350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48/48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77625" y="4705350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82625" y="4705350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478125" y="4705350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MB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42975" y="5176838"/>
            <a:ext cx="114300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942975" y="5176838"/>
            <a:ext cx="38100" cy="64293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33" name="Text 31"/>
          <p:cNvSpPr/>
          <p:nvPr/>
        </p:nvSpPr>
        <p:spPr>
          <a:xfrm>
            <a:off x="1209675" y="5348288"/>
            <a:ext cx="723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085975" y="5176838"/>
            <a:ext cx="725805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35" name="Text 33"/>
          <p:cNvSpPr/>
          <p:nvPr/>
        </p:nvSpPr>
        <p:spPr>
          <a:xfrm>
            <a:off x="2314575" y="5348288"/>
            <a:ext cx="701859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groupBy store_id, dt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344025" y="5176838"/>
            <a:ext cx="190500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37" name="Text 35"/>
          <p:cNvSpPr/>
          <p:nvPr/>
        </p:nvSpPr>
        <p:spPr>
          <a:xfrm>
            <a:off x="9572625" y="5348288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200/200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249025" y="5176838"/>
            <a:ext cx="190500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39" name="Text 37"/>
          <p:cNvSpPr/>
          <p:nvPr/>
        </p:nvSpPr>
        <p:spPr>
          <a:xfrm>
            <a:off x="11477625" y="5348288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3154025" y="5176838"/>
            <a:ext cx="209550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41" name="Text 39"/>
          <p:cNvSpPr/>
          <p:nvPr/>
        </p:nvSpPr>
        <p:spPr>
          <a:xfrm>
            <a:off x="13382625" y="5348288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MB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249525" y="5176838"/>
            <a:ext cx="2095500" cy="6429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43" name="Text 41"/>
          <p:cNvSpPr/>
          <p:nvPr/>
        </p:nvSpPr>
        <p:spPr>
          <a:xfrm>
            <a:off x="15478125" y="5348288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71575" y="5991225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314575" y="5991225"/>
            <a:ext cx="701859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 parquet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572625" y="5991225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24/24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477625" y="5991225"/>
            <a:ext cx="1524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382625" y="5991225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5478125" y="5991225"/>
            <a:ext cx="1714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nào lâu nhất, shuffle bao nhiêu — bắt đầu từ đó.</a:t>
            </a:r>
            <a:endParaRPr lang="en-US" sz="2550" dirty="0"/>
          </a:p>
        </p:txBody>
      </p:sp>
      <p:sp>
        <p:nvSpPr>
          <p:cNvPr id="51" name="Text 49"/>
          <p:cNvSpPr/>
          <p:nvPr/>
        </p:nvSpPr>
        <p:spPr>
          <a:xfrm>
            <a:off x="16753805" y="9424988"/>
            <a:ext cx="6959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12/16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0" y="10172700"/>
            <a:ext cx="1371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df.collect()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 xử lý bằng Python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trên DataFrame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df.count()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khắp nơi để debug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count là một job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200 shuffle partition cho mọi job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 theo dữ liệu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cho 500 MB dữ liệu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5666" y="9424988"/>
            <a:ext cx="6941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859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50293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#10 — Xử lý 10 triệu dòng, xem Spark UI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664216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PROFILE=all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mở Jupyter PySpark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96745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silver/pos (10 triệu dòng), doanh thu theo store, ngày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892055"/>
            <a:ext cx="87375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Spark UI </a:t>
            </a:r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localhost:4040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đếm stage và shuffle size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738123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shuffle.partitions 200 → 24, so thời gian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343129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kết quả vào gold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stage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7577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giảm sau khi chỉnh partition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41006" y="9424988"/>
            <a:ext cx="7087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600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5120" y="3975274"/>
            <a:ext cx="41576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06591" y="4722986"/>
            <a:ext cx="907474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là gì và vì sao đắt?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76961" y="5911676"/>
            <a:ext cx="73340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đổi chỗ giữa executor: đĩa, mạng, serialize.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605" y="9424988"/>
            <a:ext cx="6991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145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5377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461857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00561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 ưu Spark: skew, broadcast join, AQE, đọc Spark UI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5377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8/12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46289" y="9424988"/>
            <a:ext cx="703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16/16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2026-10-22T10:27:08Z</dcterms:created>
  <dcterms:modified xsi:type="dcterms:W3CDTF">2026-10-22T10:27:08Z</dcterms:modified>
</cp:coreProperties>
</file>