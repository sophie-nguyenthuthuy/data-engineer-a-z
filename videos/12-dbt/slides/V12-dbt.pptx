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55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8654988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51"/>
              </a:lnSpc>
              <a:buNone/>
            </a:pPr>
            <a:r>
              <a:rPr lang="en-US" sz="15000" b="1" spc="-45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8654988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dbt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5867400"/>
            <a:ext cx="8654988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 tầng gold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7086600"/>
            <a:ext cx="865498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Biến SQL thành pipeline có test, có docs, có version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750829" y="9424988"/>
            <a:ext cx="6989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01/15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10172700"/>
            <a:ext cx="12192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55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77869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Hôm nay mình nói gì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2385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905000" y="3357563"/>
            <a:ext cx="290480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dbt giải quyết gì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2672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42672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905000" y="4386263"/>
            <a:ext cx="61568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Model, ref, source · Materialization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2959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52959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905000" y="5414963"/>
            <a:ext cx="413844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 · Snapshot (SCD2)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63246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63246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905000" y="6443663"/>
            <a:ext cx="264294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Docs &amp; lineage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73533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73533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905000" y="7472363"/>
            <a:ext cx="272881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dbt trong dự án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6694869" y="9424988"/>
            <a:ext cx="75493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02/15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10172700"/>
            <a:ext cx="24384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55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580772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Vấn đề trước dbt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6171984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200 file SQL, không ai biết thứ tự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1933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52888"/>
            <a:ext cx="5890238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Copy-paste logic giữa báo cáo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077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867275"/>
            <a:ext cx="7943255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test · không biết bảng nào từ đâu ra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757863"/>
            <a:ext cx="16459200" cy="28575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384131"/>
            <a:ext cx="152400" cy="1524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6243638"/>
            <a:ext cx="557190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dbt = SQL + Git + test + docs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6696655" y="9424988"/>
            <a:ext cx="7531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03/15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0" y="10172700"/>
            <a:ext cx="36576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55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28985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Model, ref, source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3400425" cy="2476500"/>
          </a:xfrm>
          <a:prstGeom prst="rect">
            <a:avLst/>
          </a:prstGeom>
          <a:ln w="28575">
            <a:solidFill>
              <a:srgbClr val="8FA3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03524" y="4264819"/>
            <a:ext cx="134431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SOURCE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43088" y="4669631"/>
            <a:ext cx="1697355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pos_clean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526902" y="5160169"/>
            <a:ext cx="239296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silver, do Spark ghi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88185" y="4500563"/>
            <a:ext cx="10820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source()</a:t>
            </a:r>
            <a:endParaRPr lang="en-US" sz="16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14825" y="4833938"/>
            <a:ext cx="952500" cy="381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267325" y="3619500"/>
            <a:ext cx="3400425" cy="2476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717" y="4264819"/>
            <a:ext cx="144712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STAGING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367463" y="4669631"/>
            <a:ext cx="1320165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stg_pos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6098679" y="5160169"/>
            <a:ext cx="191140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 tên, ép kiểu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829675" y="4500563"/>
            <a:ext cx="7048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ref()</a:t>
            </a:r>
            <a:endParaRPr lang="en-US" sz="16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67750" y="4833938"/>
            <a:ext cx="952500" cy="381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9620250" y="3619500"/>
            <a:ext cx="3400425" cy="2476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0218018" y="4264819"/>
            <a:ext cx="242537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INTERMEDIATE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0034588" y="4669631"/>
            <a:ext cx="2828925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int_sales_daily</a:t>
            </a:r>
            <a:endParaRPr lang="en-US" sz="2250" dirty="0"/>
          </a:p>
        </p:txBody>
      </p:sp>
      <p:sp>
        <p:nvSpPr>
          <p:cNvPr id="19" name="Text 15"/>
          <p:cNvSpPr/>
          <p:nvPr/>
        </p:nvSpPr>
        <p:spPr>
          <a:xfrm>
            <a:off x="10138693" y="5160169"/>
            <a:ext cx="259989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gộp theo ngày, store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3182600" y="4500563"/>
            <a:ext cx="7048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ref()</a:t>
            </a:r>
            <a:endParaRPr lang="en-US" sz="16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020675" y="4833938"/>
            <a:ext cx="952500" cy="38100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3973175" y="3619500"/>
            <a:ext cx="3400425" cy="24765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5252055" y="4264819"/>
            <a:ext cx="91879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MART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14816138" y="4669631"/>
            <a:ext cx="188595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fact_sales</a:t>
            </a:r>
            <a:endParaRPr lang="en-US" sz="2250" dirty="0"/>
          </a:p>
        </p:txBody>
      </p:sp>
      <p:sp>
        <p:nvSpPr>
          <p:cNvPr id="25" name="Text 20"/>
          <p:cNvSpPr/>
          <p:nvPr/>
        </p:nvSpPr>
        <p:spPr>
          <a:xfrm>
            <a:off x="14993020" y="5160169"/>
            <a:ext cx="149672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gold, BI đọc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ref() cho dbt biết thứ tự chạy.</a:t>
            </a:r>
            <a:endParaRPr lang="en-US" sz="2700" dirty="0"/>
          </a:p>
        </p:txBody>
      </p:sp>
      <p:sp>
        <p:nvSpPr>
          <p:cNvPr id="27" name="Text 22"/>
          <p:cNvSpPr/>
          <p:nvPr/>
        </p:nvSpPr>
        <p:spPr>
          <a:xfrm>
            <a:off x="16682070" y="9424988"/>
            <a:ext cx="7677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04/15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0" y="10172700"/>
            <a:ext cx="48768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55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574003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source() và ref()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628900"/>
            <a:ext cx="16459200" cy="4922341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28900"/>
            <a:ext cx="57150" cy="4922341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280035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 models/staging/stg_pos.sql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18514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56994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order_id        AS sale_id,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395473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store_id,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433953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CAST(amount AS DECIMAL(12,0)) AS amount,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472432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CAST(ts AS DATE)              AS dt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52550" y="510912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{{ source('silver', 'pos_clean') }}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2550" y="549391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52550" y="587871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 models/intermediate/int_sales_daily.sql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2550" y="626350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store_id, dt, SUM(amount) AS revenue, COUNT(*) AS orders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71550" y="6629251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7" name="Text 15"/>
          <p:cNvSpPr/>
          <p:nvPr/>
        </p:nvSpPr>
        <p:spPr>
          <a:xfrm>
            <a:off x="1352550" y="664830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highlight>
                  <a:srgbClr val="1A355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</a:t>
            </a:r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highlight>
                  <a:srgbClr val="1A355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 ref('stg_pos') }</a:t>
            </a:r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52550" y="703309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GROUP BY 1, 2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14400" y="8710613"/>
            <a:ext cx="499293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bao giờ viết tên bảng cứng.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6691670" y="9424988"/>
            <a:ext cx="7581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05/15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0" y="10172700"/>
            <a:ext cx="60960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55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992833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View vs Table vs Incremental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3238500" cy="104775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5" name="Shape 3"/>
          <p:cNvSpPr/>
          <p:nvPr/>
        </p:nvSpPr>
        <p:spPr>
          <a:xfrm>
            <a:off x="4229100" y="3238500"/>
            <a:ext cx="4330675" cy="104775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6" name="Text 4"/>
          <p:cNvSpPr/>
          <p:nvPr/>
        </p:nvSpPr>
        <p:spPr>
          <a:xfrm>
            <a:off x="4495800" y="3467100"/>
            <a:ext cx="392719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View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635975" y="3238500"/>
            <a:ext cx="4330675" cy="104775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8" name="Text 6"/>
          <p:cNvSpPr/>
          <p:nvPr/>
        </p:nvSpPr>
        <p:spPr>
          <a:xfrm>
            <a:off x="8902675" y="3467100"/>
            <a:ext cx="392719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Table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3042850" y="3238500"/>
            <a:ext cx="4330675" cy="104775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10" name="Text 8"/>
          <p:cNvSpPr/>
          <p:nvPr/>
        </p:nvSpPr>
        <p:spPr>
          <a:xfrm>
            <a:off x="13309550" y="3467100"/>
            <a:ext cx="392719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Incremental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1100" y="4591050"/>
            <a:ext cx="280225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 gì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4229100" y="4362450"/>
            <a:ext cx="4330675" cy="1285875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4850" y="4610100"/>
            <a:ext cx="3889095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query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8635975" y="4362450"/>
            <a:ext cx="4330675" cy="1285875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21725" y="4610100"/>
            <a:ext cx="3889095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quả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3042850" y="4362450"/>
            <a:ext cx="4330675" cy="1285875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338125" y="4619625"/>
            <a:ext cx="387004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quả + chỉ thêm phần mới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181100" y="5953125"/>
            <a:ext cx="280225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Tốc độ đọc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4229100" y="5724525"/>
            <a:ext cx="4330675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14850" y="5972175"/>
            <a:ext cx="388909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Chậm, tính mỗi lần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8635975" y="5724525"/>
            <a:ext cx="4330675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21725" y="5972175"/>
            <a:ext cx="388909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Nhanh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13042850" y="5724525"/>
            <a:ext cx="4330675" cy="104775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338125" y="5981700"/>
            <a:ext cx="387004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Nhanh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181100" y="7077075"/>
            <a:ext cx="280225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 phí build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4229100" y="6848475"/>
            <a:ext cx="4330675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14850" y="7096125"/>
            <a:ext cx="388909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Gần 0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8635975" y="6848475"/>
            <a:ext cx="4330675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21725" y="7096125"/>
            <a:ext cx="388909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 lại toàn bộ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13042850" y="6848475"/>
            <a:ext cx="4330675" cy="104775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338125" y="7105650"/>
            <a:ext cx="387004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phần mới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1181100" y="8201025"/>
            <a:ext cx="280225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 cho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4229100" y="7972425"/>
            <a:ext cx="4330675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14850" y="8220075"/>
            <a:ext cx="388909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Staging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8635975" y="7972425"/>
            <a:ext cx="4330675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21725" y="8220075"/>
            <a:ext cx="388909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Mart nhỏ</a:t>
            </a:r>
            <a:endParaRPr lang="en-US" sz="2250" dirty="0"/>
          </a:p>
        </p:txBody>
      </p:sp>
      <p:sp>
        <p:nvSpPr>
          <p:cNvPr id="37" name="Shape 35"/>
          <p:cNvSpPr/>
          <p:nvPr/>
        </p:nvSpPr>
        <p:spPr>
          <a:xfrm>
            <a:off x="13042850" y="7972425"/>
            <a:ext cx="4330675" cy="104775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338125" y="8229600"/>
            <a:ext cx="387004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Fact lớn</a:t>
            </a:r>
            <a:endParaRPr lang="en-US" sz="2250" dirty="0"/>
          </a:p>
        </p:txBody>
      </p:sp>
      <p:sp>
        <p:nvSpPr>
          <p:cNvPr id="39" name="Text 37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06/15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0" y="10172700"/>
            <a:ext cx="73152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55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41599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Model incremental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4438352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57150" cy="4438352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310515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 models/marts/fact_sales.sql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503265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 config(materialized='incremental', unique_key='sale_id') }}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90138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429949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s.sale_id, s.store_id, s.dt, s.amount, st.store_sk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469761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{{ ref('stg_pos') }} 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509572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JOIN {{ ref('dim_store') }} st USING (store_id)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52550" y="549384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71550" y="5872907"/>
            <a:ext cx="16402050" cy="39811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4" name="Text 12"/>
          <p:cNvSpPr/>
          <p:nvPr/>
        </p:nvSpPr>
        <p:spPr>
          <a:xfrm>
            <a:off x="1352550" y="589195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{% if is_incremental() %}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71550" y="6271022"/>
            <a:ext cx="16402050" cy="39811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6" name="Text 14"/>
          <p:cNvSpPr/>
          <p:nvPr/>
        </p:nvSpPr>
        <p:spPr>
          <a:xfrm>
            <a:off x="1352550" y="6290072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highlight>
                  <a:srgbClr val="1A355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WHERE s.dt &gt; (SELECT MAX(dt) FROM </a:t>
            </a:r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highlight>
                  <a:srgbClr val="1A355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 this }</a:t>
            </a:r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highlight>
                  <a:srgbClr val="1A355E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71550" y="6669137"/>
            <a:ext cx="16402050" cy="39811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8" name="Text 16"/>
          <p:cNvSpPr/>
          <p:nvPr/>
        </p:nvSpPr>
        <p:spPr>
          <a:xfrm>
            <a:off x="1352550" y="668818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{% endif %}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14400" y="8710613"/>
            <a:ext cx="1147286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 đầu build hết; lần sau chỉ thêm dt mới. unique_key để chạy lại không trùng.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6721807" y="9424988"/>
            <a:ext cx="72799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07/15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0" y="10172700"/>
            <a:ext cx="85344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55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782481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 trong schema.yml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628900"/>
            <a:ext cx="16459200" cy="5307137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28900"/>
            <a:ext cx="57150" cy="5307137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280035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models: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18514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- name: fact_sales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56994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columns: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395473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- name: sale_id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433953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tests: [not_null, unique]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472432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- name: amount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52550" y="510912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tests: [not_null]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2550" y="549391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- name: channel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52550" y="587871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tests: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2550" y="626350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- accepted_values: { values: ['pos', 'app'] }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52550" y="664830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- name: store_sk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52550" y="703309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tests: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71550" y="7398841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9" name="Text 17"/>
          <p:cNvSpPr/>
          <p:nvPr/>
        </p:nvSpPr>
        <p:spPr>
          <a:xfrm>
            <a:off x="1352550" y="741789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- relationships: { to: ref('dim_store'), field: store_sk }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14400" y="8710613"/>
            <a:ext cx="4649636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 test built-in bắt được 80% lỗi.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6695762" y="9424988"/>
            <a:ext cx="75403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08/15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10172700"/>
            <a:ext cx="97536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55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073976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Snapshot = SCD type 2 tự động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621201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dbt snapshot </a:t>
            </a:r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 sánh với lần trước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551239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Strategy </a:t>
            </a:r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timestamp </a:t>
            </a:r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 </a:t>
            </a:r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672532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 thêm </a:t>
            </a:r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dbt_valid_from</a:t>
            </a:r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 </a:t>
            </a:r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dbt_valid_to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656047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 cho dim_customer từ video 6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09/15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109728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55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45086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dbt docs &amp; lineage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857500"/>
            <a:ext cx="16459200" cy="4953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3524250"/>
            <a:ext cx="3295650" cy="766763"/>
          </a:xfrm>
          <a:prstGeom prst="rect">
            <a:avLst/>
          </a:prstGeom>
          <a:solidFill>
            <a:srgbClr val="0B1F3A"/>
          </a:solidFill>
          <a:ln w="28575">
            <a:solidFill>
              <a:srgbClr val="8FA3B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84040" y="3743325"/>
            <a:ext cx="2956370" cy="366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silver.pos_clean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914400" y="6381750"/>
            <a:ext cx="3295650" cy="766763"/>
          </a:xfrm>
          <a:prstGeom prst="rect">
            <a:avLst/>
          </a:prstGeom>
          <a:solidFill>
            <a:srgbClr val="0B1F3A"/>
          </a:solidFill>
          <a:ln w="28575">
            <a:solidFill>
              <a:srgbClr val="8FA3B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84040" y="6600825"/>
            <a:ext cx="2956370" cy="366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silver.stores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5867400" y="3524250"/>
            <a:ext cx="3295650" cy="766763"/>
          </a:xfrm>
          <a:prstGeom prst="rect">
            <a:avLst/>
          </a:prstGeom>
          <a:solidFill>
            <a:srgbClr val="0B1F3A"/>
          </a:solidFill>
          <a:ln w="28575">
            <a:solidFill>
              <a:srgbClr val="1FA7A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37040" y="3743325"/>
            <a:ext cx="2956370" cy="366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stg_pos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5867400" y="6381750"/>
            <a:ext cx="3295650" cy="766763"/>
          </a:xfrm>
          <a:prstGeom prst="rect">
            <a:avLst/>
          </a:prstGeom>
          <a:solidFill>
            <a:srgbClr val="0B1F3A"/>
          </a:solidFill>
          <a:ln w="28575">
            <a:solidFill>
              <a:srgbClr val="1FA7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37040" y="6600825"/>
            <a:ext cx="2956370" cy="366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dim_store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10820400" y="4381500"/>
            <a:ext cx="3390900" cy="1829693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087100" y="4610100"/>
            <a:ext cx="31432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fact_sales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1087100" y="5033963"/>
            <a:ext cx="294322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amount — doanh thu sau giảm giá, VND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1087100" y="5715893"/>
            <a:ext cx="3143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tests: 6 passed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4706600" y="4762500"/>
            <a:ext cx="3105150" cy="1066800"/>
          </a:xfrm>
          <a:prstGeom prst="rect">
            <a:avLst/>
          </a:prstGeom>
          <a:solidFill>
            <a:srgbClr val="0B1F3A"/>
          </a:solidFill>
          <a:ln w="28575">
            <a:solidFill>
              <a:srgbClr val="8FA3B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879098" y="4981575"/>
            <a:ext cx="276015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Dashboard doanh thu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Docs sinh từ code, không bao giờ lệch.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16750829" y="9424988"/>
            <a:ext cx="6989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10/15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0" y="10172700"/>
            <a:ext cx="121920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55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774033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dbt trong dự án cà phê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429000"/>
            <a:ext cx="4724400" cy="3048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73114" y="4329113"/>
            <a:ext cx="108309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Spark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582100" y="4891088"/>
            <a:ext cx="338900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bronze → silver dữ liệu lớn, ép kiểu, khử trùng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8800" y="4667250"/>
            <a:ext cx="1143000" cy="5715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781800" y="3429000"/>
            <a:ext cx="4724400" cy="30480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54083" y="4107656"/>
            <a:ext cx="65596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dbt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7936260" y="4669631"/>
            <a:ext cx="24154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silver → gold DuckDB local / Trino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647236" y="5507831"/>
            <a:ext cx="329288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logic nghiệp vụ, test, docs</a:t>
            </a:r>
            <a:endParaRPr lang="en-US" sz="18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06200" y="4667250"/>
            <a:ext cx="1143000" cy="5715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2649200" y="3429000"/>
            <a:ext cx="4724400" cy="3048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4174837" y="4329113"/>
            <a:ext cx="184035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Metabase</a:t>
            </a:r>
            <a:endParaRPr lang="en-US" sz="2550" dirty="0"/>
          </a:p>
        </p:txBody>
      </p:sp>
      <p:sp>
        <p:nvSpPr>
          <p:cNvPr id="15" name="Text 11"/>
          <p:cNvSpPr/>
          <p:nvPr/>
        </p:nvSpPr>
        <p:spPr>
          <a:xfrm>
            <a:off x="13940135" y="4891088"/>
            <a:ext cx="214253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gold fact_sales, dim_*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Spark cho dữ liệu lớn, dbt cho logic nghiệp vụ.</a:t>
            </a:r>
            <a:endParaRPr lang="en-US" sz="2700" dirty="0"/>
          </a:p>
        </p:txBody>
      </p:sp>
      <p:sp>
        <p:nvSpPr>
          <p:cNvPr id="17" name="Text 13"/>
          <p:cNvSpPr/>
          <p:nvPr/>
        </p:nvSpPr>
        <p:spPr>
          <a:xfrm>
            <a:off x="16814155" y="942498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11/15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0" y="10172700"/>
            <a:ext cx="134112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55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01803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 hay gặp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3726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 model 500 dòng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3726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staging → intermediate → mart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* </a:t>
            </a:r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 staging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3726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Liệt kê và đổi tên cột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test vì "dữ liệu sạch rồi"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3726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Ít nhất not_null + unique cho khoá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Incremental không có unique_key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3726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Luôn có, để chạy lại an toàn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758196" y="9424988"/>
            <a:ext cx="6916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12/15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72700"/>
            <a:ext cx="146304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55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253682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Lab #12 — dbt project cho tầng gold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1432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90700" y="3215655"/>
            <a:ext cx="7671658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19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dbt init</a:t>
            </a:r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 profile DuckDB trỏ vào silver Parquet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39814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39814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90700" y="4053855"/>
            <a:ext cx="8881973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 stg_pos, int_sales_daily, fact_sales, dim_store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48196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48196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90700" y="4912519"/>
            <a:ext cx="4652419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 schema.yml với 6 test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56578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56578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790700" y="5730255"/>
            <a:ext cx="7544373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19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dbt build</a:t>
            </a:r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 cố ý bơm 1 dòng trùng, xem test fail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64960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64960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790700" y="6588919"/>
            <a:ext cx="572071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dbt docs generate &amp;&amp; dbt docs serve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2420600" y="3143250"/>
            <a:ext cx="4953000" cy="248126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30175" y="3552825"/>
            <a:ext cx="454723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QUẢ MONG ĐỢI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30175" y="4071938"/>
            <a:ext cx="45472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Lineage graph </a:t>
            </a:r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 nút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830175" y="4757738"/>
            <a:ext cx="45472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 fail đúng chỗ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6759982" y="9424988"/>
            <a:ext cx="68981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13/15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10172700"/>
            <a:ext cx="158496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55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069701" y="3609529"/>
            <a:ext cx="414859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 HỎI PHỎNG VẤN #12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85938" y="4357241"/>
            <a:ext cx="14716125" cy="1501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815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Table vs view vs incremental trong dbt, chọn thế nào?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957780" y="6277421"/>
            <a:ext cx="637236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310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 kích thước, tần suất đọc, chi phí build.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745396" y="9424988"/>
            <a:ext cx="7044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14/15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172700"/>
            <a:ext cx="170688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558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4928391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00" kern="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 TIẾP THEO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3157538"/>
            <a:ext cx="1852471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12"/>
              </a:lnSpc>
              <a:buNone/>
            </a:pPr>
            <a:r>
              <a:rPr lang="en-US" sz="12000" b="1" spc="-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055665" y="3905250"/>
            <a:ext cx="11772900" cy="1440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4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Apache Kafka từ số 0: topic, partition, consumer group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5650111"/>
            <a:ext cx="14928391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 Ba 15/12 · 19:00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6654998"/>
            <a:ext cx="2344266" cy="842963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6883598"/>
            <a:ext cx="135366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 ký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754996" y="9424988"/>
            <a:ext cx="6948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15/15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10172700"/>
            <a:ext cx="182880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2026-10-22T10:37:04Z</dcterms:created>
  <dcterms:modified xsi:type="dcterms:W3CDTF">2026-10-22T10:37:04Z</dcterms:modified>
</cp:coreProperties>
</file>