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67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547893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24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754789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Portfolio, CV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754789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&amp; phỏng vấn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754789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 kết 24 video · lộ trình 12 tháng tiếp theo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2192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67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05000" y="3357563"/>
            <a:ext cx="423102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 lại hệ thống đã xây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2672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2672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5000" y="4386263"/>
            <a:ext cx="720131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 bày dự án trên GitHub · Đưa vào CV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959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2959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5000" y="5414963"/>
            <a:ext cx="38010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 câu hỏi phỏng vấn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3246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3246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905000" y="6443663"/>
            <a:ext cx="217269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Lộ trình tiếp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3533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3533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905000" y="7472363"/>
            <a:ext cx="140856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 cuối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6694869" y="9424988"/>
            <a:ext cx="7549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4384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67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6699461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 thống sau 24 video</a:t>
            </a:r>
            <a:endParaRPr lang="en-US" sz="4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381250"/>
            <a:ext cx="16459200" cy="666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2571750"/>
            <a:ext cx="2457450" cy="781050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5375" y="2695575"/>
            <a:ext cx="23050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 · App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5375" y="2986088"/>
            <a:ext cx="230505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#01 #03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" y="3714750"/>
            <a:ext cx="2457450" cy="781050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5375" y="3838575"/>
            <a:ext cx="23050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 · CDC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5375" y="4129088"/>
            <a:ext cx="230505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#02 #06 #16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14400" y="4857750"/>
            <a:ext cx="2457450" cy="781050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5375" y="4981575"/>
            <a:ext cx="23050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IoT máy pha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95375" y="5272088"/>
            <a:ext cx="230505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#13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14400" y="5905500"/>
            <a:ext cx="2457450" cy="781050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5375" y="6029325"/>
            <a:ext cx="23050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 thời tiết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95375" y="6319838"/>
            <a:ext cx="230505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#04 #07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457700" y="3333750"/>
            <a:ext cx="1790700" cy="1333500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8117" y="3562350"/>
            <a:ext cx="8298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4471716" y="3914775"/>
            <a:ext cx="176259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 Registry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916612" y="4195763"/>
            <a:ext cx="872877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#13 #14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181850" y="3333750"/>
            <a:ext cx="1924050" cy="1333500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72325" y="3307556"/>
            <a:ext cx="19431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 Streaming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172325" y="3926681"/>
            <a:ext cx="19431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window · watermark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524601" y="4450556"/>
            <a:ext cx="1238473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#10 #11 #15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181850" y="5619750"/>
            <a:ext cx="1924050" cy="952500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64993" y="5810250"/>
            <a:ext cx="175776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Batch Python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400877" y="6138863"/>
            <a:ext cx="148592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#04 #05 #07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10039350" y="3143250"/>
            <a:ext cx="1924050" cy="19050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077885" y="3395663"/>
            <a:ext cx="18469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LAKEHOUSE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0228496" y="3700463"/>
            <a:ext cx="154575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S3 · Iceberg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0039350" y="4029075"/>
            <a:ext cx="19240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bronze · silver · gold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0061924" y="4552950"/>
            <a:ext cx="1878829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#08 #09 #17 #18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12896850" y="3333750"/>
            <a:ext cx="1924050" cy="1333500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3135436" y="3562350"/>
            <a:ext cx="144687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 · Trino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2930552" y="3914775"/>
            <a:ext cx="1856646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star schema · test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3400187" y="4195763"/>
            <a:ext cx="91730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#06 #12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15754350" y="3333750"/>
            <a:ext cx="1619250" cy="1333500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5935399" y="3550444"/>
            <a:ext cx="12571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Metabase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5964942" y="3879056"/>
            <a:ext cx="119799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 ML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6130588" y="4207669"/>
            <a:ext cx="86677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#01 #18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10039350" y="5429250"/>
            <a:ext cx="7334250" cy="6667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334625" y="5617369"/>
            <a:ext cx="5030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Quality · 3 cửa · GE · data contract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16657439" y="5641181"/>
            <a:ext cx="497086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#20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4457700" y="6953250"/>
            <a:ext cx="12915900" cy="6096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52975" y="7112794"/>
            <a:ext cx="406461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Orchestration · Airflow · backfill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6701864" y="7136606"/>
            <a:ext cx="45266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#19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4457700" y="7677150"/>
            <a:ext cx="12915900" cy="6096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752975" y="7836694"/>
            <a:ext cx="571801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Observability · OpenLineage · Marquez · alert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16708710" y="7860506"/>
            <a:ext cx="44581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#21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4457700" y="8401050"/>
            <a:ext cx="12915900" cy="6096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752975" y="8560594"/>
            <a:ext cx="528197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CI/CD · Terraform · IAM · masking · FinOps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16203513" y="8584406"/>
            <a:ext cx="95101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#22 #23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914400" y="7062788"/>
            <a:ext cx="342900" cy="47625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4" name="Text 51"/>
          <p:cNvSpPr/>
          <p:nvPr/>
        </p:nvSpPr>
        <p:spPr>
          <a:xfrm>
            <a:off x="1333500" y="6953250"/>
            <a:ext cx="8084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</a:t>
            </a:r>
            <a:endParaRPr lang="en-US" sz="1650" dirty="0"/>
          </a:p>
        </p:txBody>
      </p:sp>
      <p:sp>
        <p:nvSpPr>
          <p:cNvPr id="55" name="Shape 52"/>
          <p:cNvSpPr/>
          <p:nvPr/>
        </p:nvSpPr>
        <p:spPr>
          <a:xfrm>
            <a:off x="914400" y="7462838"/>
            <a:ext cx="342900" cy="47625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6" name="Text 53"/>
          <p:cNvSpPr/>
          <p:nvPr/>
        </p:nvSpPr>
        <p:spPr>
          <a:xfrm>
            <a:off x="1333500" y="7353300"/>
            <a:ext cx="692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batch</a:t>
            </a:r>
            <a:endParaRPr lang="en-US" sz="1650" dirty="0"/>
          </a:p>
        </p:txBody>
      </p:sp>
      <p:sp>
        <p:nvSpPr>
          <p:cNvPr id="57" name="Text 54"/>
          <p:cNvSpPr/>
          <p:nvPr/>
        </p:nvSpPr>
        <p:spPr>
          <a:xfrm>
            <a:off x="914400" y="7848600"/>
            <a:ext cx="333565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ô là một video. Bạn đã làm hết.</a:t>
            </a:r>
            <a:endParaRPr lang="en-US" sz="1950" dirty="0"/>
          </a:p>
        </p:txBody>
      </p:sp>
      <p:sp>
        <p:nvSpPr>
          <p:cNvPr id="58" name="Text 55"/>
          <p:cNvSpPr/>
          <p:nvPr/>
        </p:nvSpPr>
        <p:spPr>
          <a:xfrm>
            <a:off x="16696655" y="9424988"/>
            <a:ext cx="7531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03/15</a:t>
            </a:r>
            <a:endParaRPr lang="en-US" sz="1800" dirty="0"/>
          </a:p>
        </p:txBody>
      </p:sp>
      <p:sp>
        <p:nvSpPr>
          <p:cNvPr id="59" name="Shape 56"/>
          <p:cNvSpPr/>
          <p:nvPr/>
        </p:nvSpPr>
        <p:spPr>
          <a:xfrm>
            <a:off x="0" y="10172700"/>
            <a:ext cx="36576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67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55417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 to đến đâu so với thực tế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1104803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 cỡ data platform của công ty 200–2.000 người ở VN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1014762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Thiếu: multi-tenant, governance catalog, ML platform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827820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 để nói chuyện với senior trong phỏng vấn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10172700"/>
            <a:ext cx="48768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67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9728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 của dự án cần có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308550" cy="21907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9675" y="3343275"/>
            <a:ext cx="51898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09675" y="3748087"/>
            <a:ext cx="51898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đoạn bài toán nghiệp vụ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489650" y="3048000"/>
            <a:ext cx="5308625" cy="21907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84925" y="3343275"/>
            <a:ext cx="518988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84925" y="3748087"/>
            <a:ext cx="518988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 đồ kiến trúc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064975" y="3048000"/>
            <a:ext cx="5308550" cy="21907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60250" y="3343275"/>
            <a:ext cx="51898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60250" y="3748087"/>
            <a:ext cx="51898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 chạy trong 5 lệnh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505450"/>
            <a:ext cx="5308550" cy="219075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9200" y="5810250"/>
            <a:ext cx="51688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19200" y="6215063"/>
            <a:ext cx="516884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 định thiết kế và lý do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19200" y="6700838"/>
            <a:ext cx="51688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Iceberg vì… Kappa vì…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89650" y="5505450"/>
            <a:ext cx="5308625" cy="21907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4925" y="5800725"/>
            <a:ext cx="518988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84925" y="6205538"/>
            <a:ext cx="518988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 chưa làm và sẽ làm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2064975" y="5505450"/>
            <a:ext cx="5308550" cy="21907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60250" y="5800725"/>
            <a:ext cx="51898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60250" y="6205538"/>
            <a:ext cx="51898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 dashboard thật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6691670" y="9424988"/>
            <a:ext cx="7581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10172700"/>
            <a:ext cx="60960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67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96961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 trúc repo portfolio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7239000" cy="6096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475" y="3057525"/>
            <a:ext cx="70180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coffee-data-platform/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85900" y="3657600"/>
            <a:ext cx="669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README.md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85900" y="4191000"/>
            <a:ext cx="669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docs/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866900" y="4724400"/>
            <a:ext cx="6313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architecture.md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866900" y="5219700"/>
            <a:ext cx="6286500" cy="6096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5975" y="5324475"/>
            <a:ext cx="603694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FFFFFF"/>
                </a:solidFill>
                <a:highlight>
                  <a:srgbClr val="112A4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decisions/ </a:t>
            </a:r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ADR-001 … ADR-00N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85900" y="5924550"/>
            <a:ext cx="669417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platform/ </a:t>
            </a:r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ingestion · streaming · dbt · dags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485900" y="6858000"/>
            <a:ext cx="669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infra/ </a:t>
            </a:r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terraform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485900" y="7391400"/>
            <a:ext cx="669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.github/workflows/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485900" y="7924800"/>
            <a:ext cx="669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docker-compose.yml · Makefile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915400" y="3143250"/>
            <a:ext cx="930402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docs/decisions/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915400" y="3795713"/>
            <a:ext cx="871194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file 10–15 dòng: một quyết định, một lý do, một cái giá phải trả.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915400" y="4862513"/>
            <a:ext cx="93040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tuyển đọc 2 phút và biết bạn nghĩ thế nào.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tuyển đọc quyết định, không đọc code.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73152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67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044402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docs/decisions/ADR-003.md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3964037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57150" cy="3964037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97180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ADR-003 · Chọn Iceberg thay Delta Lake cho tầng silver/gold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36991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76803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**Bối cảnh** · 3 engine cùng đọc (Spark, Trino, DuckDB); đổi partition 2 lần/năm.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416614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**Lựa chọn** · Iceberg · Delta Lake · Hudi · Parquet thuần.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56426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**Quyết định** · Iceberg, REST catalog trên MinIO.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96237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**Lý do** · hidden partitioning, Trino hỗ trợ đầy đủ, không khoá vendor.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71550" y="5341441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52550" y="536049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**Hệ quả** · phải tự vận hành catalog và lịch compaction / expire snapshot;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71550" y="5739557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5" name="Text 13"/>
          <p:cNvSpPr/>
          <p:nvPr/>
        </p:nvSpPr>
        <p:spPr>
          <a:xfrm>
            <a:off x="1352550" y="575860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tài liệu ít hơn Delta; nếu sau này chuyển Databricks sẽ mất lợi thế.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15672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**Xem lại** · sau 6 tháng hoặc khi &gt; 50 bảng.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14400" y="8710613"/>
            <a:ext cx="600737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 cả cái mình mất, không chỉ cái được.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6721807" y="9424988"/>
            <a:ext cx="7279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07/15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10172700"/>
            <a:ext cx="85344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67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240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 vào CV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17658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048000"/>
            <a:ext cx="1164295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gạch đầu dòng theo mẫu đã làm gì – bằng gì – kết quả đo được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371600" y="3800475"/>
            <a:ext cx="16002000" cy="1019175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43075" y="4095750"/>
            <a:ext cx="1678495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"Xây pipeline streaming Kafka → Spark → Iceberg cho 30 cửa hàng, độ trễ &lt; 1 phút, backfill không trùng"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529113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5162550"/>
            <a:ext cx="64532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Link GitHub + link video demo 3 phút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6043613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915025"/>
            <a:ext cx="369348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Liệt kê 20 công nghệ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6695762" y="9424988"/>
            <a:ext cx="7540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97536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67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51987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 câu hỏi hay gặp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962400" cy="2476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9675" y="3438525"/>
            <a:ext cx="370903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 &amp; modeling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09675" y="4552950"/>
            <a:ext cx="370903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029200" y="3143250"/>
            <a:ext cx="3962400" cy="2476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24475" y="3438525"/>
            <a:ext cx="370903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 &amp; batch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324475" y="4552950"/>
            <a:ext cx="370903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9144000" y="3143250"/>
            <a:ext cx="3169890" cy="2476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39275" y="3438525"/>
            <a:ext cx="283727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Streaming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439275" y="4552950"/>
            <a:ext cx="283727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12466290" y="3143250"/>
            <a:ext cx="3169890" cy="2476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61565" y="3438525"/>
            <a:ext cx="283727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 hành &amp; quality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761565" y="4552950"/>
            <a:ext cx="283727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15788580" y="3143250"/>
            <a:ext cx="1584945" cy="2476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83855" y="3438525"/>
            <a:ext cx="107059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Hành vi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6083855" y="4552950"/>
            <a:ext cx="107059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914400" y="6191250"/>
            <a:ext cx="859965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Toàn bộ 24 câu hỏi cuối mỗi video nằm trong đây.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14400" y="6743700"/>
            <a:ext cx="859965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 sách đầy đủ: </a:t>
            </a:r>
            <a:pPr algn="l" indent="0" marL="0">
              <a:buNone/>
            </a:pPr>
            <a:r>
              <a:rPr lang="en-US" sz="21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videos/24/interview-questions.md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10172700"/>
            <a:ext cx="109728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67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51324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 trả lời câu hỏi thiết kế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7183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143250"/>
            <a:ext cx="862666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 lại yêu cầu: trễ bao nhiêu, khối lượng, ai dùng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4043363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914775"/>
            <a:ext cx="274944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Vẽ 6 ô (video 1)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81488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686300"/>
            <a:ext cx="579381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 công nghệ và nói trade-off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586413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457825"/>
            <a:ext cx="593239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 cái sẽ hỏng và cách phát hiện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35793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6229350"/>
            <a:ext cx="588753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bắt đầu bằng tên công cụ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21920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67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317586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hành vi: pipeline bạn làm hỏng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276827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Kể thật, cụ thể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573749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 nhân gốc, không đổ lỗi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652920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 gì về quy trình, không chỉ code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5974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9845085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69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 tìm sự trung thực, không tìm người chưa từng sai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814155" y="942498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134112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67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04789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Lộ trình 12 tháng tiếp theo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4286250"/>
            <a:ext cx="2857500" cy="19050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5731" y="4862513"/>
            <a:ext cx="161476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Junior 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69319" y="5324475"/>
            <a:ext cx="194758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 đang ở đây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71900" y="3048000"/>
            <a:ext cx="1905000" cy="43815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76900" y="3100388"/>
            <a:ext cx="11696700" cy="126682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10275" y="3357563"/>
            <a:ext cx="1213294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 chỉ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6010275" y="3795713"/>
            <a:ext cx="121329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 DEA-C01 — series tiếp theo của kênh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5676900" y="4595813"/>
            <a:ext cx="11696700" cy="1285875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19800" y="4862513"/>
            <a:ext cx="121119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Chuyên sâu platform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6019800" y="5300663"/>
            <a:ext cx="121119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Kubernetes · Flink · data mesh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5676900" y="6110288"/>
            <a:ext cx="11696700" cy="126682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10275" y="6367463"/>
            <a:ext cx="1213294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MLOps / AI engineering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6010275" y="6805613"/>
            <a:ext cx="121329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feature store · LLM data pipeline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 một, làm 6 tháng, rồi quay lại chọn tiếp.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16758196" y="9424988"/>
            <a:ext cx="6916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12/15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0" y="10172700"/>
            <a:ext cx="146304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67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5769702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#24 — Hoàn thiện portfolio và nộp để review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1432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90700" y="3236119"/>
            <a:ext cx="423962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 README theo slide 5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39814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90700" y="4074319"/>
            <a:ext cx="180990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 3 ADR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8196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48196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90700" y="4912519"/>
            <a:ext cx="406297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Quay video demo 3 phút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6578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56578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790700" y="5750719"/>
            <a:ext cx="416087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 3 gạch đầu dòng CV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4960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64960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790700" y="6588919"/>
            <a:ext cx="548988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Nộp link vào comment hoặc form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2039600" y="3143250"/>
            <a:ext cx="5334000" cy="22526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49175" y="3552825"/>
            <a:ext cx="49663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49175" y="4071938"/>
            <a:ext cx="465029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Mình review công khai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 repo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 livestream kết series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759982" y="9424988"/>
            <a:ext cx="6898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0" y="10172700"/>
            <a:ext cx="158496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67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34834" y="3609529"/>
            <a:ext cx="42182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#24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85938" y="4357241"/>
            <a:ext cx="14716125" cy="150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Kể về một pipeline bạn từng làm hỏng và đã sửa thế nào?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529508" y="6277421"/>
            <a:ext cx="722898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Thật, cụ thể, nguyên nhân gốc, thay đổi quy trình.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45396" y="9424988"/>
            <a:ext cx="7044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0688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67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810512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SERIES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2967038"/>
            <a:ext cx="14716125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33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Luyện thi AWS Data Engineer </a:t>
            </a:r>
            <a:pPr algn="l" indent="0" marL="0">
              <a:lnSpc>
                <a:spcPct val="87033"/>
              </a:lnSpc>
              <a:buNone/>
            </a:pPr>
            <a:r>
              <a:rPr lang="en-US" sz="5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DEA-C01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4818608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 công bố sau Tết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5709196"/>
            <a:ext cx="16459200" cy="28575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6194971"/>
            <a:ext cx="1810512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Livestream review portfolio · </a:t>
            </a:r>
            <a:pPr algn="l" indent="0" marL="0">
              <a:buNone/>
            </a:pPr>
            <a:r>
              <a:rPr lang="en-US" sz="2700" b="1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[NGÀY]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 20:00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7104608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447800" y="7333208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754996" y="9424988"/>
            <a:ext cx="6948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2026-10-22T11:27:17Z</dcterms:created>
  <dcterms:modified xsi:type="dcterms:W3CDTF">2026-10-22T11:27:17Z</dcterms:modified>
</cp:coreProperties>
</file>