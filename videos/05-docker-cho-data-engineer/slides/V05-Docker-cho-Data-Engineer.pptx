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876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76897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051"/>
              </a:lnSpc>
              <a:buNone/>
            </a:pPr>
            <a:r>
              <a:rPr lang="en-US" sz="15000" b="1" spc="-45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05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914400" y="5029200"/>
            <a:ext cx="7376897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129"/>
              </a:lnSpc>
              <a:buNone/>
            </a:pPr>
            <a:r>
              <a:rPr lang="en-US" sz="6000" b="1" spc="-75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Docker cho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5867400"/>
            <a:ext cx="7376897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129"/>
              </a:lnSpc>
              <a:buNone/>
            </a:pPr>
            <a:r>
              <a:rPr lang="en-US" sz="6000" b="1" spc="-75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914400" y="7086600"/>
            <a:ext cx="7376897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Dựng Postgres, Airflow, Spark trong 20 phút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750829" y="9424988"/>
            <a:ext cx="69897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01/15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10172700"/>
            <a:ext cx="1219200" cy="114300"/>
          </a:xfrm>
          <a:prstGeom prst="rect">
            <a:avLst/>
          </a:prstGeom>
          <a:solidFill>
            <a:srgbClr val="1FA7A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876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6778697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Hôm nay mình nói gì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685800" cy="6858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876300" y="3238500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943100" y="3364706"/>
            <a:ext cx="498156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Vì sao DE phải biết Docker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343400"/>
            <a:ext cx="685800" cy="6858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8" name="Text 6"/>
          <p:cNvSpPr/>
          <p:nvPr/>
        </p:nvSpPr>
        <p:spPr>
          <a:xfrm>
            <a:off x="876300" y="4343400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943100" y="4469606"/>
            <a:ext cx="6520116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Image, container, volume, network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5448300"/>
            <a:ext cx="685800" cy="6858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876300" y="5448300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943100" y="5574506"/>
            <a:ext cx="3285351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docker-compose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14400" y="6553200"/>
            <a:ext cx="685800" cy="6858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4" name="Text 12"/>
          <p:cNvSpPr/>
          <p:nvPr/>
        </p:nvSpPr>
        <p:spPr>
          <a:xfrm>
            <a:off x="876300" y="6553200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943100" y="6679406"/>
            <a:ext cx="6830921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Môi trường dùng cho 19 video còn lại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914400" y="7658100"/>
            <a:ext cx="685800" cy="6858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7" name="Text 15"/>
          <p:cNvSpPr/>
          <p:nvPr/>
        </p:nvSpPr>
        <p:spPr>
          <a:xfrm>
            <a:off x="876300" y="7658100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943100" y="7784306"/>
            <a:ext cx="2893836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Debug khi hỏng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16694869" y="9424988"/>
            <a:ext cx="75493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02/15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0" y="10172700"/>
            <a:ext cx="2438400" cy="114300"/>
          </a:xfrm>
          <a:prstGeom prst="rect">
            <a:avLst/>
          </a:prstGeom>
          <a:solidFill>
            <a:srgbClr val="1FA7A0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876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9175343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Vì sao DE phải biết Docker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378994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38500"/>
            <a:ext cx="7336378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"Chạy trên máy mình" không được tính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4231481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4090987"/>
            <a:ext cx="7958398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Cài Kafka + Spark + Airflow tay mất 1 ngày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14400" y="5083969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4943475"/>
            <a:ext cx="7575887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Mọi job production chạy trong container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5936456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5795963"/>
            <a:ext cx="5190537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Xoá và dựng lại trong 1 phút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6696655" y="9424988"/>
            <a:ext cx="75314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03/15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0" y="10172700"/>
            <a:ext cx="3657600" cy="114300"/>
          </a:xfrm>
          <a:prstGeom prst="rect">
            <a:avLst/>
          </a:prstGeom>
          <a:solidFill>
            <a:srgbClr val="1FA7A0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876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393954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 khái niệm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4191000" cy="28575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52700" y="3574256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495252" y="4679156"/>
            <a:ext cx="110542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Image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2331021" y="5279231"/>
            <a:ext cx="149345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 thiết kế</a:t>
            </a:r>
            <a:endParaRPr lang="en-US" sz="18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05400" y="4286250"/>
            <a:ext cx="1143000" cy="5715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248400" y="3143250"/>
            <a:ext cx="4953000" cy="2857500"/>
          </a:xfrm>
          <a:prstGeom prst="rect">
            <a:avLst/>
          </a:prstGeom>
          <a:solidFill>
            <a:srgbClr val="112A4D"/>
          </a:solidFill>
          <a:ln w="38100">
            <a:solidFill>
              <a:srgbClr val="F47B20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67700" y="3574256"/>
            <a:ext cx="914400" cy="9144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886402" y="4679156"/>
            <a:ext cx="1844613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Container</a:t>
            </a:r>
            <a:endParaRPr lang="en-US" sz="2550" dirty="0"/>
          </a:p>
        </p:txBody>
      </p:sp>
      <p:sp>
        <p:nvSpPr>
          <p:cNvPr id="12" name="Text 7"/>
          <p:cNvSpPr/>
          <p:nvPr/>
        </p:nvSpPr>
        <p:spPr>
          <a:xfrm>
            <a:off x="7610177" y="5279231"/>
            <a:ext cx="245230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ngôi nhà đang chạy</a:t>
            </a:r>
            <a:endParaRPr lang="en-US" sz="18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201400" y="4286250"/>
            <a:ext cx="1143000" cy="57150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12344400" y="3143250"/>
            <a:ext cx="4191000" cy="28575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982700" y="3574256"/>
            <a:ext cx="914400" cy="9144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3826133" y="4679156"/>
            <a:ext cx="1350206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Volume</a:t>
            </a:r>
            <a:endParaRPr lang="en-US" sz="2550" dirty="0"/>
          </a:p>
        </p:txBody>
      </p:sp>
      <p:sp>
        <p:nvSpPr>
          <p:cNvPr id="17" name="Text 10"/>
          <p:cNvSpPr/>
          <p:nvPr/>
        </p:nvSpPr>
        <p:spPr>
          <a:xfrm>
            <a:off x="13006908" y="5279231"/>
            <a:ext cx="315258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 ngoài nhà, giữ dữ liệu</a:t>
            </a:r>
            <a:endParaRPr lang="en-US" sz="1800" dirty="0"/>
          </a:p>
        </p:txBody>
      </p:sp>
      <p:sp>
        <p:nvSpPr>
          <p:cNvPr id="18" name="Shape 11"/>
          <p:cNvSpPr/>
          <p:nvPr/>
        </p:nvSpPr>
        <p:spPr>
          <a:xfrm>
            <a:off x="914400" y="6267450"/>
            <a:ext cx="15621000" cy="6858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083150" y="6419850"/>
            <a:ext cx="381000" cy="3810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692750" y="6429375"/>
            <a:ext cx="139121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Network</a:t>
            </a:r>
            <a:endParaRPr lang="en-US" sz="2250" dirty="0"/>
          </a:p>
        </p:txBody>
      </p:sp>
      <p:sp>
        <p:nvSpPr>
          <p:cNvPr id="21" name="Text 13"/>
          <p:cNvSpPr/>
          <p:nvPr/>
        </p:nvSpPr>
        <p:spPr>
          <a:xfrm>
            <a:off x="7186092" y="6465094"/>
            <a:ext cx="569861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đường nối các nhà · gọi nhau bằng tên service</a:t>
            </a:r>
            <a:endParaRPr lang="en-US" sz="1800" dirty="0"/>
          </a:p>
        </p:txBody>
      </p:sp>
      <p:sp>
        <p:nvSpPr>
          <p:cNvPr id="22" name="Text 14"/>
          <p:cNvSpPr/>
          <p:nvPr/>
        </p:nvSpPr>
        <p:spPr>
          <a:xfrm>
            <a:off x="91440" y="8520113"/>
            <a:ext cx="1810512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Container chết, dữ liệu trong volume còn.</a:t>
            </a:r>
            <a:endParaRPr lang="en-US" sz="2700" dirty="0"/>
          </a:p>
        </p:txBody>
      </p:sp>
      <p:sp>
        <p:nvSpPr>
          <p:cNvPr id="23" name="Text 15"/>
          <p:cNvSpPr/>
          <p:nvPr/>
        </p:nvSpPr>
        <p:spPr>
          <a:xfrm>
            <a:off x="16682070" y="9424988"/>
            <a:ext cx="76773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04/15</a:t>
            </a:r>
            <a:endParaRPr lang="en-US" sz="1800" dirty="0"/>
          </a:p>
        </p:txBody>
      </p:sp>
      <p:sp>
        <p:nvSpPr>
          <p:cNvPr id="24" name="Shape 16"/>
          <p:cNvSpPr/>
          <p:nvPr/>
        </p:nvSpPr>
        <p:spPr>
          <a:xfrm>
            <a:off x="0" y="10172700"/>
            <a:ext cx="4876800" cy="114300"/>
          </a:xfrm>
          <a:prstGeom prst="rect">
            <a:avLst/>
          </a:prstGeom>
          <a:solidFill>
            <a:srgbClr val="1FA7A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876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12019166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 container Postgres, có volume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4438352"/>
          </a:xfrm>
          <a:prstGeom prst="rect">
            <a:avLst/>
          </a:prstGeom>
          <a:solidFill>
            <a:srgbClr val="071527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57150" cy="4438352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6" name="Text 4"/>
          <p:cNvSpPr/>
          <p:nvPr/>
        </p:nvSpPr>
        <p:spPr>
          <a:xfrm>
            <a:off x="1352550" y="3105150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docker run -d \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52550" y="3503265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--name pg \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52550" y="3901380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-e POSTGRES_PASSWORD=${PG_PASSWORD} \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352550" y="4299496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-p 5432:5432 \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71550" y="4678561"/>
            <a:ext cx="16402050" cy="398115"/>
          </a:xfrm>
          <a:prstGeom prst="rect">
            <a:avLst/>
          </a:prstGeom>
          <a:solidFill>
            <a:srgbClr val="1A355E"/>
          </a:solidFill>
          <a:ln/>
        </p:spPr>
      </p:sp>
      <p:sp>
        <p:nvSpPr>
          <p:cNvPr id="11" name="Text 9"/>
          <p:cNvSpPr/>
          <p:nvPr/>
        </p:nvSpPr>
        <p:spPr>
          <a:xfrm>
            <a:off x="1352550" y="4697611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-v pgdata:/var/lib/postgresql/data \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352550" y="5095726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postgres:16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352550" y="5493841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352550" y="5891957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-d        chạy nền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352550" y="6290072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-p        host:container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352550" y="6688187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-v        volume:đường dẫn trong container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14400" y="8710613"/>
            <a:ext cx="645504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có -v thì xoá container là mất dữ liệu.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6691670" y="9424988"/>
            <a:ext cx="75813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05/15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0" y="10172700"/>
            <a:ext cx="6096000" cy="114300"/>
          </a:xfrm>
          <a:prstGeom prst="rect">
            <a:avLst/>
          </a:prstGeom>
          <a:solidFill>
            <a:srgbClr val="1FA7A0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876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7485519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Volume vs Bind mount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3429000" cy="104775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5" name="Shape 3"/>
          <p:cNvSpPr/>
          <p:nvPr/>
        </p:nvSpPr>
        <p:spPr>
          <a:xfrm>
            <a:off x="4419600" y="3238500"/>
            <a:ext cx="6438900" cy="104775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6" name="Text 4"/>
          <p:cNvSpPr/>
          <p:nvPr/>
        </p:nvSpPr>
        <p:spPr>
          <a:xfrm>
            <a:off x="4724400" y="3467100"/>
            <a:ext cx="6022467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Volume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0934700" y="3238500"/>
            <a:ext cx="6438900" cy="104775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8" name="Text 6"/>
          <p:cNvSpPr/>
          <p:nvPr/>
        </p:nvSpPr>
        <p:spPr>
          <a:xfrm>
            <a:off x="11239500" y="3467100"/>
            <a:ext cx="6022467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Bind mount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219200" y="4591050"/>
            <a:ext cx="292227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24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 quản lý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419600" y="4362450"/>
            <a:ext cx="6438900" cy="104775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43450" y="4610100"/>
            <a:ext cx="5984367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Docker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0934700" y="4362450"/>
            <a:ext cx="6438900" cy="104775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258550" y="4610100"/>
            <a:ext cx="5984367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Bạn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219200" y="5715000"/>
            <a:ext cx="292227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24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Đường dẫn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4419600" y="5486400"/>
            <a:ext cx="6438900" cy="104775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43450" y="5830267"/>
            <a:ext cx="1036365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pgdata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5773713" y="5814045"/>
            <a:ext cx="2662622" cy="4238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— chỉ một cái tên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10934700" y="5486400"/>
            <a:ext cx="6438900" cy="104775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258550" y="5830267"/>
            <a:ext cx="1036365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./dags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2288813" y="5814045"/>
            <a:ext cx="3093989" cy="4238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— thư mục máy host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219200" y="6838950"/>
            <a:ext cx="292227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24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 cho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4419600" y="6610350"/>
            <a:ext cx="6438900" cy="1047750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2975" y="6867525"/>
            <a:ext cx="5965317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 liệu DB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10934700" y="6610350"/>
            <a:ext cx="6438900" cy="1047750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268075" y="6867525"/>
            <a:ext cx="5965317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Code đang sửa, DAG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219200" y="7962900"/>
            <a:ext cx="292227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24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Di chuyển máy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4419600" y="7734300"/>
            <a:ext cx="6438900" cy="104775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43450" y="7981950"/>
            <a:ext cx="5984367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Backup / restore volume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10934700" y="7734300"/>
            <a:ext cx="6438900" cy="104775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258550" y="7981950"/>
            <a:ext cx="5984367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Copy thư mục là xong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16687279" y="9424988"/>
            <a:ext cx="76252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06/15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0" y="10172700"/>
            <a:ext cx="7315200" cy="114300"/>
          </a:xfrm>
          <a:prstGeom prst="rect">
            <a:avLst/>
          </a:prstGeom>
          <a:solidFill>
            <a:srgbClr val="1FA7A0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876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10098673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docker-compose.yml rút gọn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2628900"/>
            <a:ext cx="16459200" cy="5691932"/>
          </a:xfrm>
          <a:prstGeom prst="rect">
            <a:avLst/>
          </a:prstGeom>
          <a:solidFill>
            <a:srgbClr val="071527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628900"/>
            <a:ext cx="57150" cy="5691932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6" name="Text 4"/>
          <p:cNvSpPr/>
          <p:nvPr/>
        </p:nvSpPr>
        <p:spPr>
          <a:xfrm>
            <a:off x="1352550" y="2800350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services: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52550" y="3185145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postgres: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52550" y="3569940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image: postgres:16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352550" y="3954735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volumes: [pgdata:/var/lib/postgresql/data]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71550" y="4320480"/>
            <a:ext cx="16402050" cy="384795"/>
          </a:xfrm>
          <a:prstGeom prst="rect">
            <a:avLst/>
          </a:prstGeom>
          <a:solidFill>
            <a:srgbClr val="1A355E"/>
          </a:solidFill>
          <a:ln/>
        </p:spPr>
      </p:sp>
      <p:sp>
        <p:nvSpPr>
          <p:cNvPr id="11" name="Text 9"/>
          <p:cNvSpPr/>
          <p:nvPr/>
        </p:nvSpPr>
        <p:spPr>
          <a:xfrm>
            <a:off x="1352550" y="4339530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healthcheck: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71550" y="4705276"/>
            <a:ext cx="16402050" cy="384795"/>
          </a:xfrm>
          <a:prstGeom prst="rect">
            <a:avLst/>
          </a:prstGeom>
          <a:solidFill>
            <a:srgbClr val="1A355E"/>
          </a:solidFill>
          <a:ln/>
        </p:spPr>
      </p:sp>
      <p:sp>
        <p:nvSpPr>
          <p:cNvPr id="13" name="Text 11"/>
          <p:cNvSpPr/>
          <p:nvPr/>
        </p:nvSpPr>
        <p:spPr>
          <a:xfrm>
            <a:off x="1352550" y="472432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test: ["CMD", "pg_isready", "-U", "de"]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71550" y="5090071"/>
            <a:ext cx="16402050" cy="384795"/>
          </a:xfrm>
          <a:prstGeom prst="rect">
            <a:avLst/>
          </a:prstGeom>
          <a:solidFill>
            <a:srgbClr val="1A355E"/>
          </a:solidFill>
          <a:ln/>
        </p:spPr>
      </p:sp>
      <p:sp>
        <p:nvSpPr>
          <p:cNvPr id="15" name="Text 13"/>
          <p:cNvSpPr/>
          <p:nvPr/>
        </p:nvSpPr>
        <p:spPr>
          <a:xfrm>
            <a:off x="1352550" y="510912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interval: 5s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352550" y="549391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minio: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352550" y="587871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image: minio/minio:RELEASE.2025-01-20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352550" y="626350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command: server /data --console-address ":9001"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352550" y="664830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jupyter: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352550" y="703309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build: ./docker/jupyter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971550" y="7398841"/>
            <a:ext cx="16402050" cy="384795"/>
          </a:xfrm>
          <a:prstGeom prst="rect">
            <a:avLst/>
          </a:prstGeom>
          <a:solidFill>
            <a:srgbClr val="1A355E"/>
          </a:solidFill>
          <a:ln/>
        </p:spPr>
      </p:sp>
      <p:sp>
        <p:nvSpPr>
          <p:cNvPr id="22" name="Text 20"/>
          <p:cNvSpPr/>
          <p:nvPr/>
        </p:nvSpPr>
        <p:spPr>
          <a:xfrm>
            <a:off x="1352550" y="741789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depends_on: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971550" y="7783637"/>
            <a:ext cx="16402050" cy="384795"/>
          </a:xfrm>
          <a:prstGeom prst="rect">
            <a:avLst/>
          </a:prstGeom>
          <a:solidFill>
            <a:srgbClr val="1A355E"/>
          </a:solidFill>
          <a:ln/>
        </p:spPr>
      </p:sp>
      <p:sp>
        <p:nvSpPr>
          <p:cNvPr id="24" name="Text 22"/>
          <p:cNvSpPr/>
          <p:nvPr/>
        </p:nvSpPr>
        <p:spPr>
          <a:xfrm>
            <a:off x="1352550" y="7802687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postgres: { condition: service_healthy }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914400" y="8710613"/>
            <a:ext cx="8240799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Healthcheck để Airflow không khởi động trước Postgres.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6721807" y="9424988"/>
            <a:ext cx="72799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07/15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0" y="10172700"/>
            <a:ext cx="8534400" cy="114300"/>
          </a:xfrm>
          <a:prstGeom prst="rect">
            <a:avLst/>
          </a:prstGeom>
          <a:solidFill>
            <a:srgbClr val="1FA7A0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876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7427156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Môi trường của series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16459200" cy="41910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47775" y="3248025"/>
            <a:ext cx="1737169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PROFILE ALL · network: de_net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247775" y="3729038"/>
            <a:ext cx="7781925" cy="2243138"/>
          </a:xfrm>
          <a:prstGeom prst="rect">
            <a:avLst/>
          </a:prstGeom>
          <a:solidFill>
            <a:srgbClr val="112A4D"/>
          </a:solidFill>
          <a:ln w="38100">
            <a:solidFill>
              <a:srgbClr val="F47B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14475" y="3995738"/>
            <a:ext cx="797337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MẶC ĐỊNH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514475" y="4476750"/>
            <a:ext cx="2314575" cy="1228725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30388" y="4726781"/>
            <a:ext cx="141102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Postgres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2323877" y="5164931"/>
            <a:ext cx="77189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:5432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981450" y="4476750"/>
            <a:ext cx="2314575" cy="1228725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24400" y="4726781"/>
            <a:ext cx="90487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MinIO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4785717" y="5164931"/>
            <a:ext cx="78216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:9000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448425" y="4476750"/>
            <a:ext cx="2314575" cy="1228725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61895" y="4726781"/>
            <a:ext cx="116383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Jupyter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7269287" y="5164931"/>
            <a:ext cx="74897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:8888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258300" y="3729038"/>
            <a:ext cx="7781925" cy="2243138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15475" y="3986213"/>
            <a:ext cx="799433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STREAMING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515475" y="4467225"/>
            <a:ext cx="3557588" cy="1247775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873160" y="4726781"/>
            <a:ext cx="918344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Kafka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0944820" y="5164931"/>
            <a:ext cx="77509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:9092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3225463" y="4467225"/>
            <a:ext cx="3557588" cy="1247775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3437" y="4726781"/>
            <a:ext cx="1321802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Kafka UI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14659570" y="5164931"/>
            <a:ext cx="76549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:8080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247775" y="6162675"/>
            <a:ext cx="5162550" cy="6858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2413" y="6336506"/>
            <a:ext cx="880318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Spark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3948931" y="6360319"/>
            <a:ext cx="79288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:4040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562725" y="6162675"/>
            <a:ext cx="5162550" cy="6858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60705" y="6336506"/>
            <a:ext cx="1064344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Airflow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9401249" y="6360319"/>
            <a:ext cx="70217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:8081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1877675" y="6162675"/>
            <a:ext cx="5162550" cy="6858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454286" y="6336506"/>
            <a:ext cx="1234232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Marquez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14764717" y="6360319"/>
            <a:ext cx="77509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:3000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1440" y="8520113"/>
            <a:ext cx="1810512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 1–2 chạy được trên 8 GB RAM.</a:t>
            </a:r>
            <a:endParaRPr lang="en-US" sz="2700" dirty="0"/>
          </a:p>
        </p:txBody>
      </p:sp>
      <p:sp>
        <p:nvSpPr>
          <p:cNvPr id="35" name="Text 33"/>
          <p:cNvSpPr/>
          <p:nvPr/>
        </p:nvSpPr>
        <p:spPr>
          <a:xfrm>
            <a:off x="16695762" y="9424988"/>
            <a:ext cx="75403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08/15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0" y="10172700"/>
            <a:ext cx="9753600" cy="114300"/>
          </a:xfrm>
          <a:prstGeom prst="rect">
            <a:avLst/>
          </a:prstGeom>
          <a:solidFill>
            <a:srgbClr val="1FA7A0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876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7325246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 lệnh make của repo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3244007"/>
          </a:xfrm>
          <a:prstGeom prst="rect">
            <a:avLst/>
          </a:prstGeom>
          <a:solidFill>
            <a:srgbClr val="071527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57150" cy="3244007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6" name="Text 4"/>
          <p:cNvSpPr/>
          <p:nvPr/>
        </p:nvSpPr>
        <p:spPr>
          <a:xfrm>
            <a:off x="1352550" y="3105150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make up                      </a:t>
            </a:r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Postgres + MinIO + Jupyter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52550" y="3503265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52550" y="3901380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make up PROFILE=streaming    </a:t>
            </a:r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+ Kafka stack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352550" y="4299496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52550" y="4697611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make down                    </a:t>
            </a:r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dừng, giữ volume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352550" y="5095726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71550" y="5474791"/>
            <a:ext cx="16402050" cy="398115"/>
          </a:xfrm>
          <a:prstGeom prst="rect">
            <a:avLst/>
          </a:prstGeom>
          <a:solidFill>
            <a:srgbClr val="1A355E"/>
          </a:solidFill>
          <a:ln/>
        </p:spPr>
      </p:sp>
      <p:sp>
        <p:nvSpPr>
          <p:cNvPr id="13" name="Text 11"/>
          <p:cNvSpPr/>
          <p:nvPr/>
        </p:nvSpPr>
        <p:spPr>
          <a:xfrm>
            <a:off x="1352550" y="5493841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highlight>
                  <a:srgbClr val="1A355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make reset                   </a:t>
            </a:r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down -v + up, sạch từ đầu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14400" y="8710613"/>
            <a:ext cx="5445599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Reset = xoá volume, bắt đầu lại sạch.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6687279" y="9424988"/>
            <a:ext cx="76252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09/15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0" y="10172700"/>
            <a:ext cx="10972800" cy="114300"/>
          </a:xfrm>
          <a:prstGeom prst="rect">
            <a:avLst/>
          </a:prstGeom>
          <a:solidFill>
            <a:srgbClr val="1FA7A0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876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7307156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 lệnh debug đủ dùng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3271838"/>
            <a:ext cx="7962900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docker compose ps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8610600" y="3238500"/>
            <a:ext cx="541056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Cái nào đang chạy, cái nào đỏ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914400" y="4062412"/>
            <a:ext cx="7962900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docker compose logs -f &lt;service&gt;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8610600" y="4029075"/>
            <a:ext cx="2991736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 log trực tiếp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914400" y="4852988"/>
            <a:ext cx="7962900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docker exec -it &lt;c&gt; bash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8610600" y="4819650"/>
            <a:ext cx="355637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Vào trong container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914400" y="5643563"/>
            <a:ext cx="7962900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docker inspect &lt;c&gt;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8610600" y="5610225"/>
            <a:ext cx="3806443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IP, mount, env thật sự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914400" y="6434138"/>
            <a:ext cx="7962900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docker system df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8610600" y="6400800"/>
            <a:ext cx="1550752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Khi hết ổ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6750829" y="9424988"/>
            <a:ext cx="69897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10/15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0" y="10172700"/>
            <a:ext cx="12192000" cy="114300"/>
          </a:xfrm>
          <a:prstGeom prst="rect">
            <a:avLst/>
          </a:prstGeom>
          <a:solidFill>
            <a:srgbClr val="1FA7A0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876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6003526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 ước của repo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378994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38500"/>
            <a:ext cx="4278094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Mọi service pin version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4231481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4090987"/>
            <a:ext cx="4191737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dùng tag </a:t>
            </a:r>
            <a:pPr algn="l" indent="0" marL="0">
              <a:buNone/>
            </a:pPr>
            <a:r>
              <a:rPr lang="en-US" sz="2250" b="1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latest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14400" y="5083969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4943475"/>
            <a:ext cx="7102926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Biến bí mật trong </a:t>
            </a:r>
            <a:pPr algn="l" indent="0" marL="0">
              <a:buNone/>
            </a:pPr>
            <a:r>
              <a:rPr lang="en-US" sz="2250" b="1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.env</a:t>
            </a:r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, có </a:t>
            </a:r>
            <a:pPr algn="l" indent="0" marL="0">
              <a:buNone/>
            </a:pPr>
            <a:r>
              <a:rPr lang="en-US" sz="2250" b="1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.env.example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5936456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5795963"/>
            <a:ext cx="4182323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Port ghi trong </a:t>
            </a:r>
            <a:pPr algn="l" indent="0" marL="0">
              <a:buNone/>
            </a:pPr>
            <a:r>
              <a:rPr lang="en-US" sz="2250" b="1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SETUP.md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6814155" y="9424988"/>
            <a:ext cx="63564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11/15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0" y="10172700"/>
            <a:ext cx="13411200" cy="114300"/>
          </a:xfrm>
          <a:prstGeom prst="rect">
            <a:avLst/>
          </a:prstGeom>
          <a:solidFill>
            <a:srgbClr val="1FA7A0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876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4018039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Lỗi hay gặp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3048000"/>
            <a:ext cx="8801100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23"/>
              </a:lnSpc>
              <a:buNone/>
            </a:pPr>
            <a:r>
              <a:rPr lang="en-US" sz="2100" b="1" spc="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SAI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372600" y="3048000"/>
            <a:ext cx="8801100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23"/>
              </a:lnSpc>
              <a:buNone/>
            </a:pPr>
            <a:r>
              <a:rPr lang="en-US" sz="21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ĐÚNG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3802335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image: postgres:latest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372600" y="3802335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100" b="1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postgres:16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461002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 </a:t>
            </a:r>
            <a:pPr algn="l" indent="0" marL="0">
              <a:lnSpc>
                <a:spcPct val="110617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docker compose down -v </a:t>
            </a:r>
            <a:pPr algn="l" indent="0" marL="0">
              <a:lnSpc>
                <a:spcPct val="110617"/>
              </a:lnSpc>
              <a:buNone/>
            </a:pPr>
            <a:r>
              <a:rPr lang="en-US" sz="240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quen tay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372600" y="461002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100" b="1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-v </a:t>
            </a:r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 khi muốn xoá dữ liệu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14400" y="541771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Sửa file trong container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372600" y="541771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Sửa ở host, mount vào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14400" y="622540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Cấp 100% RAM cho Docker Desktop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372600" y="622540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Để lại ≥ 4 GB cho máy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6758196" y="9424988"/>
            <a:ext cx="69160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12/15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0" y="10172700"/>
            <a:ext cx="14630400" cy="114300"/>
          </a:xfrm>
          <a:prstGeom prst="rect">
            <a:avLst/>
          </a:prstGeom>
          <a:solidFill>
            <a:srgbClr val="1FA7A0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876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13683451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Lab #05 — Dựng môi trường dùng chung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609600" cy="6096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876300" y="323850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828800" y="3316635"/>
            <a:ext cx="6440388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98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Clone repo, copy </a:t>
            </a:r>
            <a:pPr algn="l" indent="0" marL="0">
              <a:lnSpc>
                <a:spcPct val="110698"/>
              </a:lnSpc>
              <a:buNone/>
            </a:pPr>
            <a:r>
              <a:rPr lang="en-US" sz="2100" b="1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.env.example </a:t>
            </a:r>
            <a:pPr algn="l" indent="0" marL="0">
              <a:lnSpc>
                <a:spcPct val="110698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→ </a:t>
            </a:r>
            <a:pPr algn="l" indent="0" marL="0">
              <a:lnSpc>
                <a:spcPct val="110698"/>
              </a:lnSpc>
              <a:buNone/>
            </a:pPr>
            <a:r>
              <a:rPr lang="en-US" sz="2100" b="1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.env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14400" y="4191000"/>
            <a:ext cx="609600" cy="6096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8" name="Text 6"/>
          <p:cNvSpPr/>
          <p:nvPr/>
        </p:nvSpPr>
        <p:spPr>
          <a:xfrm>
            <a:off x="876300" y="419100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828800" y="4291013"/>
            <a:ext cx="119635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make up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14400" y="5143500"/>
            <a:ext cx="609600" cy="6096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876300" y="514350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828800" y="5221635"/>
            <a:ext cx="9436380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98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Mở Jupyter, chạy notebook kiểm tra Postgres + MinIO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14400" y="6096000"/>
            <a:ext cx="609600" cy="6096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4" name="Text 12"/>
          <p:cNvSpPr/>
          <p:nvPr/>
        </p:nvSpPr>
        <p:spPr>
          <a:xfrm>
            <a:off x="876300" y="609600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828800" y="6174135"/>
            <a:ext cx="7102681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98"/>
              </a:lnSpc>
              <a:buNone/>
            </a:pPr>
            <a:r>
              <a:rPr lang="en-US" sz="2100" b="1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make down </a:t>
            </a:r>
            <a:pPr algn="l" indent="0" marL="0">
              <a:lnSpc>
                <a:spcPct val="110698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rồi </a:t>
            </a:r>
            <a:pPr algn="l" indent="0" marL="0">
              <a:lnSpc>
                <a:spcPct val="110698"/>
              </a:lnSpc>
              <a:buNone/>
            </a:pPr>
            <a:r>
              <a:rPr lang="en-US" sz="2100" b="1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make up</a:t>
            </a:r>
            <a:pPr algn="l" indent="0" marL="0">
              <a:lnSpc>
                <a:spcPct val="110698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, kiểm tra dữ liệu còn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12039600" y="3238500"/>
            <a:ext cx="5334000" cy="2824163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449175" y="3648075"/>
            <a:ext cx="496633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 QUẢ MONG ĐỢI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449175" y="4167188"/>
            <a:ext cx="4650296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14"/>
              </a:lnSpc>
              <a:buNone/>
            </a:pPr>
            <a:r>
              <a:rPr lang="en-US" sz="2100" dirty="0">
                <a:solidFill>
                  <a:srgbClr val="F47B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OK: postgres 16, minio bucket lake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2449175" y="5195888"/>
            <a:ext cx="496633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19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 liệu còn sau khi restart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6759982" y="9424988"/>
            <a:ext cx="68981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13/15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0" y="10172700"/>
            <a:ext cx="15849600" cy="114300"/>
          </a:xfrm>
          <a:prstGeom prst="rect">
            <a:avLst/>
          </a:prstGeom>
          <a:solidFill>
            <a:srgbClr val="1FA7A0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876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033602" y="3609529"/>
            <a:ext cx="422079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 HỎI PHỎNG VẤN #05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785938" y="4357241"/>
            <a:ext cx="14716125" cy="1501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4815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Volume khác bind mount thế nào, khi nào dùng cái nào?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166425" y="6277421"/>
            <a:ext cx="5955149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310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 liệu hệ thống vs code đang phát triển.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6745396" y="9424988"/>
            <a:ext cx="70440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14/15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10172700"/>
            <a:ext cx="17068800" cy="114300"/>
          </a:xfrm>
          <a:prstGeom prst="rect">
            <a:avLst/>
          </a:prstGeom>
          <a:solidFill>
            <a:srgbClr val="1FA7A0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876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2476500"/>
            <a:ext cx="15387682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300" kern="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VIDEO TIẾP THEO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14400" y="3157538"/>
            <a:ext cx="2311762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012"/>
              </a:lnSpc>
              <a:buNone/>
            </a:pPr>
            <a:r>
              <a:rPr lang="en-US" sz="12000" b="1" spc="-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06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3473202" y="3905250"/>
            <a:ext cx="11772900" cy="2141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864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Modeling: Star Schema, Snowflake, Data Vault — chọn cái nào?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6351091"/>
            <a:ext cx="15387682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Thứ Sáu 20/11 · 19:00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7355979"/>
            <a:ext cx="2344266" cy="842963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8" name="Text 6"/>
          <p:cNvSpPr/>
          <p:nvPr/>
        </p:nvSpPr>
        <p:spPr>
          <a:xfrm>
            <a:off x="1447800" y="7584579"/>
            <a:ext cx="1353666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Đăng ký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754996" y="9424988"/>
            <a:ext cx="69480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15/15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0" y="10172700"/>
            <a:ext cx="18288000" cy="114300"/>
          </a:xfrm>
          <a:prstGeom prst="rect">
            <a:avLst/>
          </a:prstGeom>
          <a:solidFill>
            <a:srgbClr val="1FA7A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2026-10-22T10:04:39Z</dcterms:created>
  <dcterms:modified xsi:type="dcterms:W3CDTF">2026-10-22T10:04:39Z</dcterms:modified>
</cp:coreProperties>
</file>