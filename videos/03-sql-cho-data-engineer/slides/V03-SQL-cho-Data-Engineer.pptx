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6013676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601367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 cho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601367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601367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Window Function · CTE · Query Plan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43100" y="3364706"/>
            <a:ext cx="353959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CTE thay subquery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3434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3434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43100" y="4469606"/>
            <a:ext cx="319260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Window function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4483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4483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43100" y="5574506"/>
            <a:ext cx="442789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EXPLAIN ANALYZE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65532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5532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943100" y="6679406"/>
            <a:ext cx="313678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Index &amp; partition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6581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6581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43100" y="7784306"/>
            <a:ext cx="315225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lỗi SQL khi ETL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11070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 của DE khác SQL của DA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644472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 hỏi một lần, DE chạy mỗi ngày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310322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 idempotent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596341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 nhanh trên hàng triệu dòng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478052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 đọc được query plan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238866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CTE 3 tầng thay subquery lồng nhau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234583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523458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Shape 4"/>
          <p:cNvSpPr/>
          <p:nvPr/>
        </p:nvSpPr>
        <p:spPr>
          <a:xfrm>
            <a:off x="971550" y="3086100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7" name="Text 5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daily AS (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SELECT store_id, DATE(ts) AS day, SUM(amount) AS revenue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FROM pos_transactions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GROUP BY 1, 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), with_target AS (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SELECT d.*, t.target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FROM daily d JOIN store_targets t USING (store_id)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), final AS (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SELECT *, revenue / target AS pct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68818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FROM with_target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708630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7484418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* FROM final ORDER BY day, store_id;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4400" y="8710613"/>
            <a:ext cx="536521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CTE một việc, đọc từ trên xuống.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73924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 gần nhất của mỗi khách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234583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523458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ranked AS (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SELECT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customer_id, order_id, ts,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71550" y="4280446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ROW_NUMBER() OVER (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71550" y="4678561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PARTITION BY customer_id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71550" y="5076676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ORDER BY ts DESC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71550" y="5474791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6" name="Text 14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) AS rn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FROM orders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668818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customer_id, order_id, ts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52550" y="708630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ranked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52550" y="7484418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rn = 1;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4400" y="8710613"/>
            <a:ext cx="794243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 BY = nhóm, ORDER BY = thứ tự trong nhóm.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437619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ROW_NUMBER vs RANK vs DENSE_RANK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3943350" cy="842963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Text 3"/>
          <p:cNvSpPr/>
          <p:nvPr/>
        </p:nvSpPr>
        <p:spPr>
          <a:xfrm>
            <a:off x="1083850" y="3467100"/>
            <a:ext cx="360445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score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86350" y="3238500"/>
            <a:ext cx="3943350" cy="842963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7" name="Text 5"/>
          <p:cNvSpPr/>
          <p:nvPr/>
        </p:nvSpPr>
        <p:spPr>
          <a:xfrm>
            <a:off x="5255800" y="3467100"/>
            <a:ext cx="360445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ROW_NUMBER()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258300" y="3238500"/>
            <a:ext cx="3943350" cy="842963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9" name="Text 7"/>
          <p:cNvSpPr/>
          <p:nvPr/>
        </p:nvSpPr>
        <p:spPr>
          <a:xfrm>
            <a:off x="9427750" y="3467100"/>
            <a:ext cx="360445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RANK()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430250" y="3238500"/>
            <a:ext cx="3943350" cy="842963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1" name="Text 9"/>
          <p:cNvSpPr/>
          <p:nvPr/>
        </p:nvSpPr>
        <p:spPr>
          <a:xfrm>
            <a:off x="13599700" y="3467100"/>
            <a:ext cx="360445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DENSE_RANK()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4310063"/>
            <a:ext cx="3943350" cy="10429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0525" y="4605338"/>
            <a:ext cx="3471101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90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5086350" y="4310063"/>
            <a:ext cx="3943350" cy="10429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2475" y="4605338"/>
            <a:ext cx="3471101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258300" y="4310063"/>
            <a:ext cx="3943350" cy="10429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4425" y="4605338"/>
            <a:ext cx="3471101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13430250" y="4310063"/>
            <a:ext cx="3943350" cy="10429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66375" y="4605338"/>
            <a:ext cx="3471101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14400" y="5581650"/>
            <a:ext cx="3943350" cy="10429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0525" y="5876925"/>
            <a:ext cx="3471101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90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5086350" y="5581650"/>
            <a:ext cx="3943350" cy="10429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2475" y="5876925"/>
            <a:ext cx="3471101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9258300" y="5581650"/>
            <a:ext cx="3943350" cy="10429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94425" y="5876925"/>
            <a:ext cx="3471101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13430250" y="5581650"/>
            <a:ext cx="3943350" cy="10429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666375" y="5876925"/>
            <a:ext cx="3471101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700" dirty="0"/>
          </a:p>
        </p:txBody>
      </p:sp>
      <p:sp>
        <p:nvSpPr>
          <p:cNvPr id="28" name="Shape 26"/>
          <p:cNvSpPr/>
          <p:nvPr/>
        </p:nvSpPr>
        <p:spPr>
          <a:xfrm>
            <a:off x="914400" y="6853238"/>
            <a:ext cx="3943350" cy="10429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50525" y="7148513"/>
            <a:ext cx="3471101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</a:t>
            </a:r>
            <a:endParaRPr lang="en-US" sz="2700" dirty="0"/>
          </a:p>
        </p:txBody>
      </p:sp>
      <p:sp>
        <p:nvSpPr>
          <p:cNvPr id="30" name="Shape 28"/>
          <p:cNvSpPr/>
          <p:nvPr/>
        </p:nvSpPr>
        <p:spPr>
          <a:xfrm>
            <a:off x="5086350" y="6853238"/>
            <a:ext cx="3943350" cy="10429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22475" y="7148513"/>
            <a:ext cx="3471101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700" dirty="0"/>
          </a:p>
        </p:txBody>
      </p:sp>
      <p:sp>
        <p:nvSpPr>
          <p:cNvPr id="32" name="Shape 30"/>
          <p:cNvSpPr/>
          <p:nvPr/>
        </p:nvSpPr>
        <p:spPr>
          <a:xfrm>
            <a:off x="9258300" y="6853238"/>
            <a:ext cx="3943350" cy="10429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94425" y="7148513"/>
            <a:ext cx="3471101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700" dirty="0"/>
          </a:p>
        </p:txBody>
      </p:sp>
      <p:sp>
        <p:nvSpPr>
          <p:cNvPr id="34" name="Shape 32"/>
          <p:cNvSpPr/>
          <p:nvPr/>
        </p:nvSpPr>
        <p:spPr>
          <a:xfrm>
            <a:off x="13430250" y="6853238"/>
            <a:ext cx="3943350" cy="10429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666375" y="7148513"/>
            <a:ext cx="3471101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Trùng giá trị thì khác nhau.</a:t>
            </a:r>
            <a:endParaRPr lang="en-US" sz="2700" dirty="0"/>
          </a:p>
        </p:txBody>
      </p:sp>
      <p:sp>
        <p:nvSpPr>
          <p:cNvPr id="37" name="Text 35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98369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 bình trượt 7 ngày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4438352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4438352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store_id,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day,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amount,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SUM(amount) OVER (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PARTITION BY store_id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ORDER BY day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71550" y="5872907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ROWS BETWEEN 6 PRECEDING AND CURRENT ROW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) / 7 AS avg_7d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68818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daily_revenue;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4400" y="8710613"/>
            <a:ext cx="947910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cửa sổ: 6 dòng trước + dòng hiện tại, trượt theo từng ngày.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1420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EXPLAIN ANALYZE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30713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30713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EXPLAIN ANALYZE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store_id, SUM(amount) FROM pos_transactions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ts &gt;= '2026-09-01' AND ts &lt; '2026-10-01'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 store_id;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HashAggregate  (cost=[SỐ]..[SỐ] rows=48)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(actual time=[SỐ]..[SỐ] rows=48 loops=1)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71550" y="5474866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-&gt;  Seq Scan on pos_transactions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(cost=0.00..[SỐ] rows=[SỐ])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(actual time=[SỐ]..[SỐ] rows=10000000 loops=1)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Filter: (ts &gt;= ...) AND (ts &lt; ...)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Rows Removed by Filter: [SỐ]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Execution Time: [SỐ] ms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8710613"/>
            <a:ext cx="727441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từ trong ra ngoài, tìm Seq Scan trên bảng lớn.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33108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Index hoạt động thế nào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54964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Index Scan · B-tree 3 tầng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3624263"/>
            <a:ext cx="77724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7815263"/>
            <a:ext cx="854964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bước nhảy → đúng trang chứa dòng cần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0" y="3048000"/>
            <a:ext cx="854964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Seq Scan · quét toàn bảng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601200" y="3624263"/>
            <a:ext cx="7772400" cy="3746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0" y="4075137"/>
            <a:ext cx="7772400" cy="3746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01200" y="4525938"/>
            <a:ext cx="7772400" cy="3746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0" y="4976813"/>
            <a:ext cx="7772400" cy="3746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01200" y="5427613"/>
            <a:ext cx="7772400" cy="3746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01200" y="5878488"/>
            <a:ext cx="7772400" cy="3746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01200" y="6329288"/>
            <a:ext cx="7772400" cy="3746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01200" y="6780163"/>
            <a:ext cx="7772400" cy="393725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01200" y="7250088"/>
            <a:ext cx="7772400" cy="3746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0" y="7815263"/>
            <a:ext cx="854964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10 triệu dòng để tìm vài dòng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Index tốt cho WHERE chọn ít, vô ích cho scan 80% bảng.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93504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 bảng theo thời gian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417438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 bảng theo tháng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80070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 có WHERE ngày chỉ chạm 1 partition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571408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Xoá dữ liệu cũ = drop partition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592060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Postgres: </a:t>
            </a:r>
            <a:pPr algn="l" indent="0" marL="0"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PARTITION BY RANGE (ts)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47867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query, sau index + partition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691932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691932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INDEX idx_pos_store_ts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ON pos_transactions (store_id, ts);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EXPLAIN ANALYZE SELECT store_id, SUM(amount)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pos_transactions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ts &gt;= '2026-09-01' AND ts &lt; '2026-10-01'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 store_id;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HashAggregate  (actual time=[SỐ]..[SỐ] rows=48)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-&gt;  Append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71550" y="6629251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7" name="Text 15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Partitions removed: 11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-&gt;  Index Scan using idx_pos_store_ts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on pos_transactions_2026_09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52550" y="7802687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Execution Time: [SỐ] ms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4400" y="8710613"/>
            <a:ext cx="540156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 pruning: 12 tháng, chỉ đọc 1.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* </a:t>
            </a:r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 pipeline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Liệt kê cột, schema đổi là biết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DISTINCT </a:t>
            </a:r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 che dữ liệu trùng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nguyên nhân trùng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 trên cột trong WHERE </a:t>
            </a:r>
            <a:pPr algn="l" indent="0" marL="0">
              <a:lnSpc>
                <a:spcPct val="110617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DATE(ts) = ...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 sánh khoảng để dùng index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IN </a:t>
            </a:r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 NULL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EXISTS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338042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#03 — 10 câu SQL trên dữ liệu POS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28800" y="3338513"/>
            <a:ext cx="760560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up </a:t>
            </a:r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 khởi động Postgres có sẵn dữ liệu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1910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828800" y="4291013"/>
            <a:ext cx="805187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10 câu từ dễ đến khó trong </a:t>
            </a:r>
            <a:pPr algn="l" indent="0" marL="0"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videos/03/lab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1435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143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828800" y="5221635"/>
            <a:ext cx="10303066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câu cuối: EXPLAIN ANALYZE trước và sau khi thêm index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0960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0960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828800" y="6196013"/>
            <a:ext cx="275836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lại thời gian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2039600" y="3238500"/>
            <a:ext cx="5334000" cy="24812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49175" y="3648075"/>
            <a:ext cx="49663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49175" y="4167188"/>
            <a:ext cx="49663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10: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449175" y="4852988"/>
            <a:ext cx="49663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&gt; 3 giây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&lt; 300 ms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33848" y="3609529"/>
            <a:ext cx="42203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85938" y="4357241"/>
            <a:ext cx="14716125" cy="150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ROW_NUMBER khác RANK thế nào, dùng cái nào để khử trùng?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153546" y="6277421"/>
            <a:ext cx="798090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 về giá trị trùng và vì sao khử trùng cần số duy nhất.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540953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2333618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93071" y="3905250"/>
            <a:ext cx="1177290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 cho Data Engineer: Pandas, Polars, DuckDB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50111"/>
            <a:ext cx="1540953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Sáu 13/11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65499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688359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2026-10-22T09:58:05Z</dcterms:created>
  <dcterms:modified xsi:type="dcterms:W3CDTF">2026-10-22T09:58:05Z</dcterms:modified>
</cp:coreProperties>
</file>