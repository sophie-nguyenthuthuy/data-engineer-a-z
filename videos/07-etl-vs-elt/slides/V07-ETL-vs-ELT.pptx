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076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5704835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570483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ETL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570483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vs ELT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570483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Xây pipeline đầu tiên bằng Python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2192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076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05000" y="3357563"/>
            <a:ext cx="188349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ETL vs ELT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672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672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5000" y="4386263"/>
            <a:ext cx="395353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Extract từ DB, API, file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959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959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5000" y="5414963"/>
            <a:ext cx="537348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Incremental load &amp; watermark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3246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3246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05000" y="6443663"/>
            <a:ext cx="514478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Idempotency · Retry, backoff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3533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3533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905000" y="7472363"/>
            <a:ext cx="291585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 trúc project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694869" y="9424988"/>
            <a:ext cx="7549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4384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076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367203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ETL vs ELT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3429000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419600" y="3238500"/>
            <a:ext cx="6438900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724400" y="3467100"/>
            <a:ext cx="602246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ETL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934700" y="3238500"/>
            <a:ext cx="6438900" cy="104775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11239500" y="3467100"/>
            <a:ext cx="6022467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ELT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19200" y="4591050"/>
            <a:ext cx="292227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 đổi ở đâu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4419600" y="4362450"/>
            <a:ext cx="643890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3450" y="4610100"/>
            <a:ext cx="598436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 khi load, máy trung gian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0934700" y="4362450"/>
            <a:ext cx="6438900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68075" y="4619625"/>
            <a:ext cx="596531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 khi load, trong warehouse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19200" y="5715000"/>
            <a:ext cx="292227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Phù hợp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4419600" y="5486400"/>
            <a:ext cx="643890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3450" y="5734050"/>
            <a:ext cx="598436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nhạy cảm, ít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934700" y="5486400"/>
            <a:ext cx="6438900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68075" y="5743575"/>
            <a:ext cx="596531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 lớn, warehouse mạnh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19200" y="6838950"/>
            <a:ext cx="292227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 cụ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4419600" y="6610350"/>
            <a:ext cx="643890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3450" y="6858000"/>
            <a:ext cx="598436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Python, Spark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934700" y="6610350"/>
            <a:ext cx="6438900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68075" y="6867525"/>
            <a:ext cx="596531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dbt, SQL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19200" y="7962900"/>
            <a:ext cx="292227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Xu hướng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4419600" y="7734300"/>
            <a:ext cx="6438900" cy="104775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3450" y="7981950"/>
            <a:ext cx="5984367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 dần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0934700" y="7734300"/>
            <a:ext cx="6438900" cy="104775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268075" y="7991475"/>
            <a:ext cx="596531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 định với cloud warehouse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6696655" y="9424988"/>
            <a:ext cx="7531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0" y="10172700"/>
            <a:ext cx="36576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076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23902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Pipeline đầu tiên của dự án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486150"/>
            <a:ext cx="4381500" cy="13525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9675" y="3781425"/>
            <a:ext cx="417004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Postgres · POS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09675" y="4243388"/>
            <a:ext cx="417004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pos_transactions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067300"/>
            <a:ext cx="4381500" cy="135255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9675" y="5362575"/>
            <a:ext cx="417004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 thời tiết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09675" y="5824538"/>
            <a:ext cx="417004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 /daily?city=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95900" y="4667250"/>
            <a:ext cx="1143000" cy="5715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38900" y="3429000"/>
            <a:ext cx="5410200" cy="30480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26809" y="4262438"/>
            <a:ext cx="267773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Script Python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7022143" y="4848225"/>
            <a:ext cx="424371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33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extract → cast kiểu → ghi Parquet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183835" y="5343525"/>
            <a:ext cx="211228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run DAY=…</a:t>
            </a:r>
            <a:endParaRPr lang="en-US" sz="18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49100" y="4667250"/>
            <a:ext cx="1143000" cy="5715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2992100" y="3429000"/>
            <a:ext cx="4381500" cy="3048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4097000" y="4096717"/>
            <a:ext cx="238887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MinIO · bronze</a:t>
            </a:r>
            <a:endParaRPr lang="en-US" sz="2400" dirty="0"/>
          </a:p>
        </p:txBody>
      </p:sp>
      <p:sp>
        <p:nvSpPr>
          <p:cNvPr id="18" name="Text 14"/>
          <p:cNvSpPr/>
          <p:nvPr/>
        </p:nvSpPr>
        <p:spPr>
          <a:xfrm>
            <a:off x="13416915" y="4634880"/>
            <a:ext cx="353187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905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bronze/pos/dt=2026-11-01/ bronze/weather/dt=…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13566279" y="5518770"/>
            <a:ext cx="355645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Parquet, partition theo ngày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Nhỏ, chạy được mỗi ngày, trước khi nghĩ đến Spark.</a:t>
            </a:r>
            <a:endParaRPr lang="en-US" sz="2700" dirty="0"/>
          </a:p>
        </p:txBody>
      </p:sp>
      <p:sp>
        <p:nvSpPr>
          <p:cNvPr id="21" name="Text 17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04/15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0" y="10172700"/>
            <a:ext cx="48768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076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152762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Extract từ Postgres, chỉ phần mới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5234583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523458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polars as pl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 = """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SELECT order_id, store_id, product_id, amount, ts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FROM pos_transactions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71550" y="5076676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WHERE ts &gt;= :since AND ts &lt; :until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"""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9195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9007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extract_pos(conn, since, until) -&gt; pl.DataFrame: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71550" y="6669137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7" name="Text 15"/>
          <p:cNvSpPr/>
          <p:nvPr/>
        </p:nvSpPr>
        <p:spPr>
          <a:xfrm>
            <a:off x="1352550" y="668818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pl.read_database(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71550" y="7067252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9" name="Text 17"/>
          <p:cNvSpPr/>
          <p:nvPr/>
        </p:nvSpPr>
        <p:spPr>
          <a:xfrm>
            <a:off x="1352550" y="708630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QUERY, conn, execute_options={"parameters": {"since": since, "until": until}}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71550" y="7465368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21" name="Text 19"/>
          <p:cNvSpPr/>
          <p:nvPr/>
        </p:nvSpPr>
        <p:spPr>
          <a:xfrm>
            <a:off x="1352550" y="7484418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)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4400" y="8710613"/>
            <a:ext cx="5466717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bao giờ kéo cả bảng mỗi ngày.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6691670" y="9424988"/>
            <a:ext cx="7581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05/15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6096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076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17416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Full load vs incremental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609438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Full = kéo hết, đơn giản, đắt dần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838052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Incremental = kéo phần mới theo watermark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693471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Watermark = mốc cuối cùng đã xử lý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954066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 watermark ngoài pipeline: bảng state hoặc file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73152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076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204937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Watermark trong cùng transaction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4537546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4537546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run(conn, day: date) -&gt; None: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with conn.begin():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since = get_watermark(conn, "pos")        </a:t>
            </a:r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pipeline_state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until = datetime.combine(day + timedelta(1), time.min)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df = extract_pos(conn, since, until)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write_parquet(df, f"bronze/pos/dt={day}/")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new_wm = df["ts"].max() if df.height else since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71550" y="6244456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6" name="Text 14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set_watermark(conn, "pos", new_wm)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log.info("watermark updated %s -&gt; %s", since, new_wm)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14400" y="8710613"/>
            <a:ext cx="6442435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Cập nhật watermark sau khi ghi thành công.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721807" y="9424988"/>
            <a:ext cx="7279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85344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076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3371664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Idempotency: chạy 2 lần như chạy 1 lần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5694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429000"/>
            <a:ext cx="780860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đè partition theo ngày thay vì append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4219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281488"/>
            <a:ext cx="443394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Khoá tự nhiên để upsert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2744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5133975"/>
            <a:ext cx="535203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dùng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now()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 dữ liệu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1269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986463"/>
            <a:ext cx="710931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Chết giữa chừng, chạy lại không trùng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95762" y="9424988"/>
            <a:ext cx="754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97536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076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60325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lại an toàn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4643438"/>
            <a:ext cx="3048000" cy="1905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7255" y="4672013"/>
            <a:ext cx="3082290" cy="188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dt=11-01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12987" y="6738938"/>
            <a:ext cx="203582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OK · không đụng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67200" y="4643438"/>
            <a:ext cx="3048000" cy="1905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0055" y="4672013"/>
            <a:ext cx="3082290" cy="188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dt=11-02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865787" y="6738938"/>
            <a:ext cx="203582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OK · không đụng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14023" y="3429000"/>
            <a:ext cx="113607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lại</a:t>
            </a:r>
            <a:endParaRPr lang="en-US" sz="2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53426" y="3843338"/>
            <a:ext cx="381000" cy="5334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620000" y="4643438"/>
            <a:ext cx="3048000" cy="19050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29575" y="5229225"/>
            <a:ext cx="245173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trike="sngStrike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hỏng giữa chừng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8549580" y="5634038"/>
            <a:ext cx="126496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dt=11-03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8252520" y="6738938"/>
            <a:ext cx="196117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đè partition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0972800" y="4643438"/>
            <a:ext cx="3048000" cy="1905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55655" y="4672013"/>
            <a:ext cx="3082290" cy="188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dt=11-04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1571387" y="6738938"/>
            <a:ext cx="203582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OK · không đụng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14325600" y="4643438"/>
            <a:ext cx="3048000" cy="1905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4308455" y="4672013"/>
            <a:ext cx="3082290" cy="188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dt=11-05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14924187" y="6738938"/>
            <a:ext cx="203582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OK · không đụng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Partition theo ngày là đơn vị chạy lại.</a:t>
            </a:r>
            <a:endParaRPr lang="en-US" sz="2700" dirty="0"/>
          </a:p>
        </p:txBody>
      </p:sp>
      <p:sp>
        <p:nvSpPr>
          <p:cNvPr id="23" name="Text 20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09/15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0" y="10172700"/>
            <a:ext cx="109728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076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25559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Retry với exponential backoff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5234583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523458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tenacity import retry, stop_after_attempt, wait_exponential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import httpx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@retry(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stop=stop_after_attempt(5),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71550" y="5076676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wait=wait_exponential(multiplier=1, min=2, max=30),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reraise=True,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9195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9007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fetch_weather(city: str, day: date) -&gt; dict: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68818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 = httpx.get(WEATHER_URL, params={"city": city, "date": day}, timeout=10)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708630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r.raise_for_status()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7484418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return r.json()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4400" y="8710613"/>
            <a:ext cx="8818781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 ngoài luôn lỗi lúc nào đó. Chờ 2s → 4s → 8s → 16s → 30s.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10172700"/>
            <a:ext cx="12192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076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62208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 trúc project pipeline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271838"/>
            <a:ext cx="64960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src/ingestion/pos.py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277100" y="3238500"/>
            <a:ext cx="299419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Extract Postgres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4062412"/>
            <a:ext cx="64960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src/ingestion/weather.py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7277100" y="4029075"/>
            <a:ext cx="290938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 API, có retry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4400" y="4852988"/>
            <a:ext cx="64960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src/common/state.py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277100" y="4819650"/>
            <a:ext cx="367285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/ ghi watermark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914400" y="5643563"/>
            <a:ext cx="64960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tests/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7277100" y="5610225"/>
            <a:ext cx="366532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pytest với dữ liệu giả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14400" y="6434138"/>
            <a:ext cx="64960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Makefile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7277100" y="6400800"/>
            <a:ext cx="404857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run DAY=2026-11-01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6814155" y="942498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34112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076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Append rồi xử lý trùng sau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 đè partition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Watermark = thời điểm chạy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Watermark = </a:t>
            </a:r>
            <a:pPr algn="l" indent="0" marL="0">
              <a:lnSpc>
                <a:spcPct val="110617"/>
              </a:lnSpc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max(ts) </a:t>
            </a:r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 dữ liệu đã lấy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 mọi exception rồi tiếp tục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Fail rõ, để orchestrator retry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Hard-code mật khẩu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 môi trường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758196" y="9424988"/>
            <a:ext cx="6916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6304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076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55516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#07 — Pipeline POS + thời tiết → Parquet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28800" y="3338513"/>
            <a:ext cx="404857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make run DAY=2026-11-01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1910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828800" y="4269135"/>
            <a:ext cx="9011714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tra Parquet trên MinIO: </a:t>
            </a:r>
            <a:pPr algn="l" indent="0" marL="0">
              <a:lnSpc>
                <a:spcPct val="110698"/>
              </a:lnSpc>
              <a:buNone/>
            </a:pPr>
            <a:r>
              <a:rPr lang="en-US" sz="19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bronze/pos/dt=2026-11-01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1435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1435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828800" y="5243513"/>
            <a:ext cx="7398343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lại cùng ngày, xác nhận không trùng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0960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0960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828800" y="6196013"/>
            <a:ext cx="562502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 mạng giữa chừng, xem retry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2039600" y="3238500"/>
            <a:ext cx="5334000" cy="24812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49175" y="3648075"/>
            <a:ext cx="49663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449175" y="4167188"/>
            <a:ext cx="49663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 lần chạy cho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 số dòng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449175" y="4852988"/>
            <a:ext cx="49663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 có dòng </a:t>
            </a:r>
            <a:pPr algn="l" indent="0" marL="0">
              <a:lnSpc>
                <a:spcPct val="118519"/>
              </a:lnSpc>
              <a:buNone/>
            </a:pPr>
            <a:r>
              <a:rPr lang="en-US" sz="19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watermark updated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759982" y="9424988"/>
            <a:ext cx="689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10172700"/>
            <a:ext cx="158496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076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44653" y="3975274"/>
            <a:ext cx="419869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17035" y="4722986"/>
            <a:ext cx="15253930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Idempotent pipeline là gì, làm sao đảm bảo?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621489" y="5911676"/>
            <a:ext cx="904494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lại không đổi kết quả; ghi đè partition, upsert theo khoá.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45396" y="9424988"/>
            <a:ext cx="7044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0688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076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5349128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2273208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438153" y="3905250"/>
            <a:ext cx="1177290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Định dạng file dữ liệu: Parquet, Avro, ORC, Delta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650111"/>
            <a:ext cx="15349128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Sáu 27/11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654998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6883598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54996" y="9424988"/>
            <a:ext cx="6948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2026-10-22T10:13:41Z</dcterms:created>
  <dcterms:modified xsi:type="dcterms:W3CDTF">2026-10-22T10:13:41Z</dcterms:modified>
</cp:coreProperties>
</file>