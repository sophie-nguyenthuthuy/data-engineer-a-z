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656842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65684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với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65684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656842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Đồng bộ database real-time không cần batch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3049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257419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 vs CDC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622240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WAL / binlog · Debezium hoạt động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387192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Snapshot + streaming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283891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change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208043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→ lake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85270" y="9424988"/>
            <a:ext cx="7645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6098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00644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 vs CDC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49530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2952750"/>
            <a:ext cx="56769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6210300" y="3105150"/>
            <a:ext cx="56578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Polling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210300" y="3514725"/>
            <a:ext cx="56578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621"/>
              </a:lnSpc>
              <a:buNone/>
            </a:pPr>
            <a:r>
              <a:rPr lang="en-US" sz="1650" dirty="0">
                <a:solidFill>
                  <a:srgbClr val="0B1F3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… WHERE updated_at &gt; ?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696700" y="2952750"/>
            <a:ext cx="56769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9" name="Text 7"/>
          <p:cNvSpPr/>
          <p:nvPr/>
        </p:nvSpPr>
        <p:spPr>
          <a:xfrm>
            <a:off x="11963400" y="3105150"/>
            <a:ext cx="5313807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4168080"/>
            <a:ext cx="45681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 được DELETE?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943600" y="4015680"/>
            <a:ext cx="56769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9350" y="4187130"/>
            <a:ext cx="52757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696700" y="4015680"/>
            <a:ext cx="56769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991975" y="4196655"/>
            <a:ext cx="52566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81100" y="5120580"/>
            <a:ext cx="456819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 được update không đổi updated_at?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943600" y="4968180"/>
            <a:ext cx="5676900" cy="99819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9350" y="5139630"/>
            <a:ext cx="5275707" cy="693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1696700" y="4968180"/>
            <a:ext cx="5676900" cy="99819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991975" y="5149155"/>
            <a:ext cx="5256657" cy="67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81100" y="6194971"/>
            <a:ext cx="45681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 lên DB nguồn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943600" y="6042571"/>
            <a:ext cx="56769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29350" y="6214021"/>
            <a:ext cx="52757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 lặp, quét index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1696700" y="6042571"/>
            <a:ext cx="56769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991975" y="6223546"/>
            <a:ext cx="52566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log, gần như không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1100" y="7147471"/>
            <a:ext cx="45681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 trễ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943600" y="6995071"/>
            <a:ext cx="56769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9350" y="7166521"/>
            <a:ext cx="52757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 chu kỳ poll, phút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1696700" y="6995071"/>
            <a:ext cx="56769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991975" y="7176046"/>
            <a:ext cx="52566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181100" y="8099971"/>
            <a:ext cx="45681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Phức tạp vận hành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5943600" y="7947571"/>
            <a:ext cx="56769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29350" y="8119021"/>
            <a:ext cx="527570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1696700" y="7947571"/>
            <a:ext cx="56769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991975" y="8128546"/>
            <a:ext cx="5256657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 hơn: Kafka Connect, slot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6687056" y="9424988"/>
            <a:ext cx="7627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03/14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10172700"/>
            <a:ext cx="39147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2777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WAL là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1125200" cy="4381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47775" y="3476625"/>
            <a:ext cx="115042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47775" y="4594845"/>
            <a:ext cx="2476500" cy="147823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750" y="4813920"/>
            <a:ext cx="211455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30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UPDATE orders </a:t>
            </a:r>
            <a:pPr algn="ctr" indent="0" marL="0">
              <a:lnSpc>
                <a:spcPct val="110303"/>
              </a:lnSpc>
              <a:buNone/>
            </a:pPr>
            <a:r>
              <a:rPr lang="en-US" sz="1650" b="1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status='paid'</a:t>
            </a:r>
            <a:endParaRPr lang="en-US" sz="19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24275" y="5143500"/>
            <a:ext cx="762000" cy="381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86275" y="4507706"/>
            <a:ext cx="3600450" cy="1652588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68044" y="4736306"/>
            <a:ext cx="268060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Write-Ahead Log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4714875" y="5169694"/>
            <a:ext cx="738188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10213" y="5169694"/>
            <a:ext cx="738188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5550" y="5169694"/>
            <a:ext cx="738188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00888" y="5169694"/>
            <a:ext cx="757238" cy="400050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7986" y="5664994"/>
            <a:ext cx="292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trước, tuần tự, có LSN</a:t>
            </a:r>
            <a:endParaRPr lang="en-US" sz="16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6725" y="5143500"/>
            <a:ext cx="762000" cy="381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848725" y="4768230"/>
            <a:ext cx="2857500" cy="113154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24938" y="4987305"/>
            <a:ext cx="250507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30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orders </a:t>
            </a:r>
            <a:pPr algn="ctr" indent="0" marL="0">
              <a:lnSpc>
                <a:spcPct val="110303"/>
              </a:lnSpc>
              <a:buNone/>
            </a:pPr>
            <a:r>
              <a:rPr lang="en-US" sz="16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sau</a:t>
            </a:r>
            <a:endParaRPr lang="en-US" sz="1950" dirty="0"/>
          </a:p>
        </p:txBody>
      </p:sp>
      <p:sp>
        <p:nvSpPr>
          <p:cNvPr id="19" name="Text 15"/>
          <p:cNvSpPr/>
          <p:nvPr/>
        </p:nvSpPr>
        <p:spPr>
          <a:xfrm>
            <a:off x="1247775" y="6900863"/>
            <a:ext cx="115042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 INSERT / UPDATE / DELETE đều đi qua WAL trước — để phục hồi khi crash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39600" y="5048250"/>
            <a:ext cx="1143000" cy="5715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3182600" y="3905250"/>
            <a:ext cx="4191000" cy="2857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4433188" y="4531519"/>
            <a:ext cx="168982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14142690" y="5050631"/>
            <a:ext cx="22708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WAL qua </a:t>
            </a:r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replication slot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4097662" y="5869781"/>
            <a:ext cx="23608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 LSN cuối đã đọc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đọc cái database vốn đã ghi, không hỏi thêm.</a:t>
            </a:r>
            <a:endParaRPr lang="en-US" sz="2700" dirty="0"/>
          </a:p>
        </p:txBody>
      </p:sp>
      <p:sp>
        <p:nvSpPr>
          <p:cNvPr id="26" name="Text 21"/>
          <p:cNvSpPr/>
          <p:nvPr/>
        </p:nvSpPr>
        <p:spPr>
          <a:xfrm>
            <a:off x="16672471" y="9424988"/>
            <a:ext cx="77732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04/14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0" y="10172700"/>
            <a:ext cx="52292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58655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 trong hệ thống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2834580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6178" y="4469606"/>
            <a:ext cx="14110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82080" y="4945856"/>
            <a:ext cx="8992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orders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48980" y="4667250"/>
            <a:ext cx="571500" cy="381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20480" y="3619500"/>
            <a:ext cx="2834655" cy="2476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45655" y="4474369"/>
            <a:ext cx="158423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Debezium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808466" y="4950619"/>
            <a:ext cx="18586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Connect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55135" y="4667250"/>
            <a:ext cx="571500" cy="381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726635" y="3619500"/>
            <a:ext cx="2834655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4198" y="4481513"/>
            <a:ext cx="183945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topic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8037485" y="4957763"/>
            <a:ext cx="22128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pg.public.orders</a:t>
            </a:r>
            <a:endParaRPr lang="en-US" sz="16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61290" y="4667250"/>
            <a:ext cx="571500" cy="381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1132790" y="3619500"/>
            <a:ext cx="2834655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1275665" y="4293394"/>
            <a:ext cx="2548905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Consumer / Spark</a:t>
            </a:r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11496682" y="5131594"/>
            <a:ext cx="21067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 theo khoá</a:t>
            </a:r>
            <a:endParaRPr lang="en-US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967445" y="4667250"/>
            <a:ext cx="571500" cy="381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4538945" y="3619500"/>
            <a:ext cx="2834655" cy="24765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5020300" y="4481513"/>
            <a:ext cx="1871871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 · silver</a:t>
            </a:r>
            <a:endParaRPr lang="en-US" sz="2250" dirty="0"/>
          </a:p>
        </p:txBody>
      </p:sp>
      <p:sp>
        <p:nvSpPr>
          <p:cNvPr id="22" name="Text 16"/>
          <p:cNvSpPr/>
          <p:nvPr/>
        </p:nvSpPr>
        <p:spPr>
          <a:xfrm>
            <a:off x="15057295" y="4957763"/>
            <a:ext cx="17979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silver/orders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bảng một topic, mỗi thay đổi một message.</a:t>
            </a:r>
            <a:endParaRPr lang="en-US" sz="2700" dirty="0"/>
          </a:p>
        </p:txBody>
      </p:sp>
      <p:sp>
        <p:nvSpPr>
          <p:cNvPr id="24" name="Text 18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05/14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0" y="10172700"/>
            <a:ext cx="65341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12456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message Debezium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4922341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4922341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71550" y="316609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"before": { "order_id": 8812, "status": "pending", "amount": 95000 },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1550" y="3550890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"after":  { "order_id": 8812, "status": "paid",    "amount": 95000 },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"op": "u",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"ts_ms": 1764748812345,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"source": {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"connector": "postgresql",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"db": "coffee", "schema": "public", "table": "orders",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"lsn": 23489123,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"txId": 5521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1292211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op: c / u / d / r — create, update, delete, read (snapshot). DELETE có before, after = null.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78390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0599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Connector config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3071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3071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"name": "pg-orders",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"config": {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"connector.class": "io.debezium.connector.postgresql.PostgresConnector",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"database.hostname": "postgres", "database.dbname": "coffee",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"database.user": "${env:PG_USER}", "database.password": "${env:PG_PASSWORD}",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"plugin.name": "pgoutput",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"slot.name": "debezium_orders",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"table.include.list": "public.orders,public.order_items",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71550" y="624445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"snapshot.mode": "initial",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"topic.prefix": "pg"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" y="8710613"/>
            <a:ext cx="1193698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 lên Kafka Connect REST :8083/connectors. include list, không phải "tất cả".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712208" y="9424988"/>
            <a:ext cx="73759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9144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0594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Snapshot rồi streaming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591929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 đầu đọc toàn bảng (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 = r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56914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đó đọc WAL từ LSN đã ghi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89916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lớn snapshot lâu → incremental snapshot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96382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bao giờ mất khoảng giữa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6163" y="9424988"/>
            <a:ext cx="7636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04489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25201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→ lake: từ event thành bảng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4381500" cy="4038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1575" y="3305175"/>
            <a:ext cx="425386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STREAM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71575" y="3709988"/>
            <a:ext cx="3867150" cy="5286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3025" y="3824288"/>
            <a:ext cx="36402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· 8810 · pending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71575" y="4352925"/>
            <a:ext cx="3867150" cy="5286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3025" y="4467225"/>
            <a:ext cx="36402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 · 8811 · pending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71575" y="4995863"/>
            <a:ext cx="3867150" cy="5286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3025" y="5110163"/>
            <a:ext cx="36402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 · 8810 · paid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71575" y="5638800"/>
            <a:ext cx="3867150" cy="5286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3025" y="5753100"/>
            <a:ext cx="364026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· 8811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71575" y="6281738"/>
            <a:ext cx="3867150" cy="547688"/>
          </a:xfrm>
          <a:prstGeom prst="rect">
            <a:avLst/>
          </a:prstGeom>
          <a:ln w="28575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52550" y="6405563"/>
            <a:ext cx="362121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 · 8810 · done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5900" y="3162300"/>
            <a:ext cx="1524000" cy="3810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819900" y="3167063"/>
            <a:ext cx="10553700" cy="234315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24700" y="3433763"/>
            <a:ext cx="1093851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silver.orders · Iceberg · </a:t>
            </a:r>
            <a:pPr algn="l" indent="0" marL="0">
              <a:buNone/>
            </a:pPr>
            <a:r>
              <a:rPr lang="en-US" sz="19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 theo order_id</a:t>
            </a:r>
            <a:endParaRPr lang="en-US" sz="1950" dirty="0"/>
          </a:p>
        </p:txBody>
      </p:sp>
      <p:sp>
        <p:nvSpPr>
          <p:cNvPr id="19" name="Shape 16"/>
          <p:cNvSpPr/>
          <p:nvPr/>
        </p:nvSpPr>
        <p:spPr>
          <a:xfrm>
            <a:off x="7124700" y="3862387"/>
            <a:ext cx="3276600" cy="45243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7"/>
          <p:cNvSpPr/>
          <p:nvPr/>
        </p:nvSpPr>
        <p:spPr>
          <a:xfrm>
            <a:off x="7258050" y="3938587"/>
            <a:ext cx="31081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order_id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458450" y="3862387"/>
            <a:ext cx="3276600" cy="45243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10591800" y="3938587"/>
            <a:ext cx="31081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13792200" y="3862387"/>
            <a:ext cx="3276600" cy="45243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4" name="Text 21"/>
          <p:cNvSpPr/>
          <p:nvPr/>
        </p:nvSpPr>
        <p:spPr>
          <a:xfrm>
            <a:off x="13925550" y="3938587"/>
            <a:ext cx="31081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7124700" y="4371975"/>
            <a:ext cx="3276600" cy="4905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77100" y="4467225"/>
            <a:ext cx="30700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8810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0458450" y="4371975"/>
            <a:ext cx="3276600" cy="4905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10850" y="4467225"/>
            <a:ext cx="30700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done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13792200" y="4371975"/>
            <a:ext cx="3276600" cy="490538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944600" y="4467225"/>
            <a:ext cx="30700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95000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124700" y="4976813"/>
            <a:ext cx="1093851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dòng · 8811 đã xoá · luôn là trạng thái mới nhất</a:t>
            </a:r>
            <a:endParaRPr lang="en-US" sz="1650" dirty="0"/>
          </a:p>
        </p:txBody>
      </p:sp>
      <p:sp>
        <p:nvSpPr>
          <p:cNvPr id="32" name="Shape 29"/>
          <p:cNvSpPr/>
          <p:nvPr/>
        </p:nvSpPr>
        <p:spPr>
          <a:xfrm>
            <a:off x="6819900" y="5776913"/>
            <a:ext cx="10553700" cy="11906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15175" y="6034088"/>
            <a:ext cx="1095946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bronze.orders_cdc · append toàn bộ event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7115175" y="6443663"/>
            <a:ext cx="1095946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dòng · lịch sử đầy đủ · audit, replay, SCD2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sản phẩm từ một luồng: bảng hiện tại và lịch sử.</a:t>
            </a:r>
            <a:endParaRPr lang="en-US" sz="2700" dirty="0"/>
          </a:p>
        </p:txBody>
      </p:sp>
      <p:sp>
        <p:nvSpPr>
          <p:cNvPr id="36" name="Text 33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09/14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0" y="10172700"/>
            <a:ext cx="117538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48587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Schema change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03169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cột → Debezium tự theo, registry BACKWARD OK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627307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kiểu / xoá cột → consumer vỡ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45927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ước với team backend: thêm, không đổi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877384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#20 biến quy ước này thành data contract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41229" y="9424988"/>
            <a:ext cx="7085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10/14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30587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Quên replication slot khi tắt connector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WAL phình đầy đĩa → xoá slot hoặc giám sát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 CDC cho tất cả bảng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Include list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 event vào silver rồi gọi là bảng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Merge theo khoá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báo team backend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 cần biết đổi schema ảnh hưởng gì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804556" y="9424988"/>
            <a:ext cx="6452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37322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606732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#16 — Orders Postgres → Kafka → Iceberg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36119"/>
            <a:ext cx="770644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 connector Debezium cho bảng orders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53855"/>
            <a:ext cx="9103883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Kafka UI: insert / update / delete 3 dòng, đọc message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892055"/>
            <a:ext cx="800603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job merge event vào Iceberg </a:t>
            </a:r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silver/orders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50719"/>
            <a:ext cx="56267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1 cột trong Postgres, quan sát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473656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size replication slot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27098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257866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Iceberg khớp Postgres sau mỗi thay đổi trong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&lt; 10 giây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748596" y="9424988"/>
            <a:ext cx="7012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1567815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5120" y="3975274"/>
            <a:ext cx="41576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486588" y="4722986"/>
            <a:ext cx="9314825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khác polling chỗ nào?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355238" y="5911676"/>
            <a:ext cx="757752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DELETE, tải lên nguồn, độ trễ, đọc log thay vì query.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50382" y="9424988"/>
            <a:ext cx="6994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6983075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6385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77081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69489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912418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Lakehouse là gì? Apache Iceberg, Delta Lake, Hudi so sánh thẳng thắn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77081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29/12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35797" y="9424988"/>
            <a:ext cx="71400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2026-10-22T10:53:31Z</dcterms:created>
  <dcterms:modified xsi:type="dcterms:W3CDTF">2026-10-22T10:53:31Z</dcterms:modified>
</cp:coreProperties>
</file>