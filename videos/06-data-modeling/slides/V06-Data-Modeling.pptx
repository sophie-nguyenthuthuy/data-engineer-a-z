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8981837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898183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8981837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Modeling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8981837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Star Schema · Snowflake · Data Vault — chọn cái nào?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46513" y="9424988"/>
            <a:ext cx="70328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143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0480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866900" y="3148013"/>
            <a:ext cx="315986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 sao phải model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39624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39624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866900" y="4062412"/>
            <a:ext cx="654729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Fact &amp; Dimension · Star vs Snowflake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48768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48768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866900" y="4976813"/>
            <a:ext cx="354958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Grain · SCD type 1/2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57912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57912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866900" y="5891213"/>
            <a:ext cx="5405162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Kimball vs Inmon vs Data Vault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67056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67056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866900" y="6805613"/>
            <a:ext cx="4185434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Model cho chuỗi cà phê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690479" y="9424988"/>
            <a:ext cx="7593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02/16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286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4030191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Model là hợp đồng giữa DE và người dùng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759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19500"/>
            <a:ext cx="728963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nghiệp vụ → bảng trả lời được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612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471988"/>
            <a:ext cx="754912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model = mỗi analyst join một kiểu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464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5324475"/>
            <a:ext cx="630819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Model tốt sống lâu hơn công nghệ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16692339" y="9424988"/>
            <a:ext cx="7574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03/16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10172700"/>
            <a:ext cx="3429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31064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Fact và Dimension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857500"/>
            <a:ext cx="16459200" cy="4953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2857500"/>
            <a:ext cx="4591050" cy="1181100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209675" y="3076575"/>
            <a:ext cx="44005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dim_store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1209675" y="3529013"/>
            <a:ext cx="44005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store_sk · name · city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2782550" y="2857500"/>
            <a:ext cx="4591050" cy="1181100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077825" y="3076575"/>
            <a:ext cx="44005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dim_product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3077825" y="3529013"/>
            <a:ext cx="44005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product_sk · name · category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914400" y="6629400"/>
            <a:ext cx="4591050" cy="1181100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09675" y="6848475"/>
            <a:ext cx="44005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dim_customer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209675" y="7300913"/>
            <a:ext cx="44005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customer_sk · tier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2782550" y="6629400"/>
            <a:ext cx="4591050" cy="1181100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077825" y="6848475"/>
            <a:ext cx="4400550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dim_date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3077825" y="7300913"/>
            <a:ext cx="44005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date_key · month · weekday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667500" y="4191000"/>
            <a:ext cx="5638800" cy="2195513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10400" y="4495800"/>
            <a:ext cx="5448300" cy="4619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fact_sales</a:t>
            </a:r>
            <a:endParaRPr lang="en-US" sz="2550" dirty="0"/>
          </a:p>
        </p:txBody>
      </p:sp>
      <p:sp>
        <p:nvSpPr>
          <p:cNvPr id="19" name="Text 16"/>
          <p:cNvSpPr/>
          <p:nvPr/>
        </p:nvSpPr>
        <p:spPr>
          <a:xfrm>
            <a:off x="7010400" y="5033963"/>
            <a:ext cx="5101590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store_sk · product_sk · customer_sk · date_key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010400" y="5729288"/>
            <a:ext cx="544830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amount · quantity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Fact = số đo được, Dimension = ngữ cảnh để cắt.</a:t>
            </a:r>
            <a:endParaRPr lang="en-US" sz="2700" dirty="0"/>
          </a:p>
        </p:txBody>
      </p:sp>
      <p:sp>
        <p:nvSpPr>
          <p:cNvPr id="22" name="Text 19"/>
          <p:cNvSpPr/>
          <p:nvPr/>
        </p:nvSpPr>
        <p:spPr>
          <a:xfrm>
            <a:off x="16677680" y="9424988"/>
            <a:ext cx="77212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04/16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0" y="10172700"/>
            <a:ext cx="4572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039171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Star Schema cho chuỗi cà phê</a:t>
            </a:r>
            <a:endParaRPr lang="en-US" sz="4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762250"/>
            <a:ext cx="16459200" cy="5334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2762250"/>
            <a:ext cx="4705350" cy="1809527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71575" y="2943225"/>
            <a:ext cx="4610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dim_store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171575" y="3354660"/>
            <a:ext cx="46101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store_sk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71575" y="3712741"/>
            <a:ext cx="46101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store_id · name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71575" y="4070821"/>
            <a:ext cx="46101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district · city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2668250" y="2762250"/>
            <a:ext cx="4705350" cy="1809527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925425" y="2943225"/>
            <a:ext cx="4610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dim_product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2925425" y="3354660"/>
            <a:ext cx="46101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product_sk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925425" y="3712741"/>
            <a:ext cx="46101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product_id · name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2925425" y="4070821"/>
            <a:ext cx="46101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category · size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914400" y="6286723"/>
            <a:ext cx="4705350" cy="1809527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71575" y="6467698"/>
            <a:ext cx="4610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dim_customer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171575" y="6879134"/>
            <a:ext cx="46101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customer_sk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171575" y="7237214"/>
            <a:ext cx="46101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customer_id · tier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71575" y="7595295"/>
            <a:ext cx="46101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valid_from · valid_to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12668250" y="6286723"/>
            <a:ext cx="4705350" cy="1809527"/>
          </a:xfrm>
          <a:prstGeom prst="rect">
            <a:avLst/>
          </a:prstGeom>
          <a:solidFill>
            <a:srgbClr val="0B1F3A"/>
          </a:solidFill>
          <a:ln w="28575">
            <a:solidFill>
              <a:srgbClr val="1FA7A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925425" y="6467698"/>
            <a:ext cx="4610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dim_date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12925425" y="6879134"/>
            <a:ext cx="46101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date_key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2925425" y="7237214"/>
            <a:ext cx="46101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 · month · quarter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2925425" y="7595295"/>
            <a:ext cx="46101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weekday · is_holiday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477000" y="3905250"/>
            <a:ext cx="5943600" cy="2289572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81800" y="4133850"/>
            <a:ext cx="5867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32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fact_sales</a:t>
            </a:r>
            <a:endParaRPr lang="en-US" sz="2250" dirty="0"/>
          </a:p>
        </p:txBody>
      </p:sp>
      <p:sp>
        <p:nvSpPr>
          <p:cNvPr id="27" name="Text 24"/>
          <p:cNvSpPr/>
          <p:nvPr/>
        </p:nvSpPr>
        <p:spPr>
          <a:xfrm>
            <a:off x="6781800" y="4572000"/>
            <a:ext cx="58674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store_sk · product_sk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781800" y="4930080"/>
            <a:ext cx="58674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customer_sk · date_key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781800" y="5288161"/>
            <a:ext cx="58674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order_id · ts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6781800" y="5646241"/>
            <a:ext cx="5867400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quantity · unit_price · amount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05/16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0" y="10172700"/>
            <a:ext cx="5715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25433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Star vs Snowflake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8100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800600" y="3048000"/>
            <a:ext cx="62484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5105400" y="3238500"/>
            <a:ext cx="58262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Star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125200" y="3048000"/>
            <a:ext cx="6248400" cy="9525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0" y="3238500"/>
            <a:ext cx="582625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Snowflake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19200" y="4267200"/>
            <a:ext cx="3314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Dimension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4800600" y="4076700"/>
            <a:ext cx="62484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33975" y="4295775"/>
            <a:ext cx="576910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Phẳng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1125200" y="4076700"/>
            <a:ext cx="6248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49050" y="4286250"/>
            <a:ext cx="57881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 hoá nhiều tầng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19200" y="5295900"/>
            <a:ext cx="3314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join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4800600" y="5105400"/>
            <a:ext cx="62484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3975" y="5324475"/>
            <a:ext cx="576910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join / dimension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1125200" y="5105400"/>
            <a:ext cx="6248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49050" y="5314950"/>
            <a:ext cx="57881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 join nối tiếp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19200" y="6324600"/>
            <a:ext cx="3314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Tốc độ query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4800600" y="6134100"/>
            <a:ext cx="62484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3975" y="6353175"/>
            <a:ext cx="576910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 hơn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1125200" y="6134100"/>
            <a:ext cx="6248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49050" y="6343650"/>
            <a:ext cx="57881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 hơn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19200" y="7353300"/>
            <a:ext cx="3314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 hiểu với analyst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4800600" y="7162800"/>
            <a:ext cx="62484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33975" y="7381875"/>
            <a:ext cx="576910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11125200" y="7162800"/>
            <a:ext cx="6248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49050" y="7372350"/>
            <a:ext cx="57881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 hiểu cây quan hệ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219200" y="8382000"/>
            <a:ext cx="3314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nào chọn</a:t>
            </a:r>
            <a:endParaRPr lang="en-US" sz="2250" dirty="0"/>
          </a:p>
        </p:txBody>
      </p:sp>
      <p:sp>
        <p:nvSpPr>
          <p:cNvPr id="30" name="Shape 28"/>
          <p:cNvSpPr/>
          <p:nvPr/>
        </p:nvSpPr>
        <p:spPr>
          <a:xfrm>
            <a:off x="4800600" y="8191500"/>
            <a:ext cx="6248400" cy="9525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3975" y="8410575"/>
            <a:ext cx="5769102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 định cho BI</a:t>
            </a:r>
            <a:endParaRPr lang="en-US" sz="2250" dirty="0"/>
          </a:p>
        </p:txBody>
      </p:sp>
      <p:sp>
        <p:nvSpPr>
          <p:cNvPr id="32" name="Shape 30"/>
          <p:cNvSpPr/>
          <p:nvPr/>
        </p:nvSpPr>
        <p:spPr>
          <a:xfrm>
            <a:off x="11125200" y="8191500"/>
            <a:ext cx="6248400" cy="9525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449050" y="8401050"/>
            <a:ext cx="57881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Dimension rất lớn, hay đổi</a:t>
            </a:r>
            <a:endParaRPr lang="en-US" sz="2250" dirty="0"/>
          </a:p>
        </p:txBody>
      </p:sp>
      <p:sp>
        <p:nvSpPr>
          <p:cNvPr id="34" name="Text 32"/>
          <p:cNvSpPr/>
          <p:nvPr/>
        </p:nvSpPr>
        <p:spPr>
          <a:xfrm>
            <a:off x="16682963" y="9424988"/>
            <a:ext cx="7668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06/16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0" y="10172700"/>
            <a:ext cx="6858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162216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Grain: quyết định quan trọng nhất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718969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Grain = một dòng fact đại diện cho gì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54773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11230898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69"/>
              </a:lnSpc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"Một dòng = một sản phẩm trong một đơn tại một thời điểm"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13062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90133"/>
            <a:ext cx="624401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 grain mịn nhất còn trả được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8311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842620"/>
            <a:ext cx="445318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grain = làm lại bảng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717491" y="9424988"/>
            <a:ext cx="73230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07/16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8001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952394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SCD type 1 vs type 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590800"/>
            <a:ext cx="758808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Khách C001 đổi hạng Bạc → Vàng ngày 2026-10-15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14400" y="3429000"/>
            <a:ext cx="616077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Type 1 · ghi đè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4005262"/>
            <a:ext cx="1828800" cy="5667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4138612"/>
            <a:ext cx="1638300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customer_sk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00350" y="4005262"/>
            <a:ext cx="1828800" cy="5667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9" name="Text 7"/>
          <p:cNvSpPr/>
          <p:nvPr/>
        </p:nvSpPr>
        <p:spPr>
          <a:xfrm>
            <a:off x="2933700" y="4138612"/>
            <a:ext cx="1638300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customer_id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86300" y="4005262"/>
            <a:ext cx="1828800" cy="5667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11" name="Text 9"/>
          <p:cNvSpPr/>
          <p:nvPr/>
        </p:nvSpPr>
        <p:spPr>
          <a:xfrm>
            <a:off x="4819650" y="4138612"/>
            <a:ext cx="1638300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4629150"/>
            <a:ext cx="1828800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6800" y="4781550"/>
            <a:ext cx="16002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800350" y="4629150"/>
            <a:ext cx="1828800" cy="62388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52750" y="4781550"/>
            <a:ext cx="16002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C001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86300" y="4629150"/>
            <a:ext cx="1828800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8225" y="4791075"/>
            <a:ext cx="1581150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trike="sngStrike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Bạc </a:t>
            </a:r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highlight>
                  <a:srgbClr val="112A4D"/>
                </a:highlight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Vàng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5443538"/>
            <a:ext cx="616077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 dòng, mất lịch sử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72300" y="3429000"/>
            <a:ext cx="1144143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Type 2 · thêm dòng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6972300" y="4005262"/>
            <a:ext cx="978917" cy="5667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21" name="Text 19"/>
          <p:cNvSpPr/>
          <p:nvPr/>
        </p:nvSpPr>
        <p:spPr>
          <a:xfrm>
            <a:off x="7067550" y="4138612"/>
            <a:ext cx="864617" cy="3381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sk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008367" y="4005262"/>
            <a:ext cx="1522735" cy="5667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23" name="Text 21"/>
          <p:cNvSpPr/>
          <p:nvPr/>
        </p:nvSpPr>
        <p:spPr>
          <a:xfrm>
            <a:off x="8103617" y="4138612"/>
            <a:ext cx="1408435" cy="3381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id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88252" y="4005262"/>
            <a:ext cx="1305223" cy="5667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25" name="Text 23"/>
          <p:cNvSpPr/>
          <p:nvPr/>
        </p:nvSpPr>
        <p:spPr>
          <a:xfrm>
            <a:off x="9683502" y="4138612"/>
            <a:ext cx="1190923" cy="3381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tier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0950625" y="4005262"/>
            <a:ext cx="2175421" cy="5667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27" name="Text 25"/>
          <p:cNvSpPr/>
          <p:nvPr/>
        </p:nvSpPr>
        <p:spPr>
          <a:xfrm>
            <a:off x="11045875" y="4138612"/>
            <a:ext cx="2061121" cy="3381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valid_from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3183195" y="4005262"/>
            <a:ext cx="2175346" cy="5667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29" name="Text 27"/>
          <p:cNvSpPr/>
          <p:nvPr/>
        </p:nvSpPr>
        <p:spPr>
          <a:xfrm>
            <a:off x="13278445" y="4138612"/>
            <a:ext cx="2061046" cy="3381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valid_to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415692" y="4005262"/>
            <a:ext cx="1957834" cy="566738"/>
          </a:xfrm>
          <a:prstGeom prst="rect">
            <a:avLst/>
          </a:prstGeom>
          <a:solidFill>
            <a:srgbClr val="112A4D"/>
          </a:solidFill>
          <a:ln/>
        </p:spPr>
      </p:sp>
      <p:sp>
        <p:nvSpPr>
          <p:cNvPr id="31" name="Text 29"/>
          <p:cNvSpPr/>
          <p:nvPr/>
        </p:nvSpPr>
        <p:spPr>
          <a:xfrm>
            <a:off x="15510942" y="4138612"/>
            <a:ext cx="1843534" cy="3381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is_current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972300" y="4629150"/>
            <a:ext cx="978917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86600" y="4781550"/>
            <a:ext cx="826517" cy="3381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8008367" y="4629150"/>
            <a:ext cx="1522735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22667" y="4781550"/>
            <a:ext cx="1370335" cy="3381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C001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588252" y="4629150"/>
            <a:ext cx="1305223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02552" y="4781550"/>
            <a:ext cx="1152823" cy="3381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Bạc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0950625" y="4629150"/>
            <a:ext cx="2175421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064925" y="4781550"/>
            <a:ext cx="2023021" cy="3381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2025-01-01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3183195" y="4629150"/>
            <a:ext cx="2175346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297495" y="4781550"/>
            <a:ext cx="2022946" cy="3381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2026-10-14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5415692" y="4629150"/>
            <a:ext cx="1957834" cy="604838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5529992" y="4781550"/>
            <a:ext cx="1805434" cy="33813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false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6972300" y="5291138"/>
            <a:ext cx="978917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96125" y="5453062"/>
            <a:ext cx="807467" cy="3381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8008367" y="5291138"/>
            <a:ext cx="1522735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32192" y="5453062"/>
            <a:ext cx="1351285" cy="3381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C001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588252" y="5291138"/>
            <a:ext cx="1305223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712077" y="5453062"/>
            <a:ext cx="1133773" cy="3381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Vàng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0950625" y="5291138"/>
            <a:ext cx="2175421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074450" y="5453062"/>
            <a:ext cx="2003971" cy="3381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2026-10-15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3183195" y="5291138"/>
            <a:ext cx="2175346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307020" y="5453062"/>
            <a:ext cx="2003896" cy="3381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9999-12-31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5415692" y="5291138"/>
            <a:ext cx="1957834" cy="623888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539517" y="5453062"/>
            <a:ext cx="1786384" cy="338137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true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6972300" y="6105525"/>
            <a:ext cx="114414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 dòng, giữ lịch sử, surrogate key mới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Type 2 trả lời được "lúc mua họ là hạng gì".</a:t>
            </a:r>
            <a:endParaRPr lang="en-US" sz="2700" dirty="0"/>
          </a:p>
        </p:txBody>
      </p:sp>
      <p:sp>
        <p:nvSpPr>
          <p:cNvPr id="58" name="Text 56"/>
          <p:cNvSpPr/>
          <p:nvPr/>
        </p:nvSpPr>
        <p:spPr>
          <a:xfrm>
            <a:off x="16691446" y="9424988"/>
            <a:ext cx="75835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08/16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0" y="10172700"/>
            <a:ext cx="9144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025288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dim_customer với SCD type 2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5383337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762250"/>
            <a:ext cx="57150" cy="5383337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97180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TABLE dim_customer (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35659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customer_sk   BIGINT GENERATED ALWAYS AS IDENTITY PRIMARY KEY,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74139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customer_id   TEXT        NOT NULL,   </a:t>
            </a:r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 khoá nguồn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412618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full_name     TEXT,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51098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tier          TEXT        NOT NULL,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71550" y="4876726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2" name="Text 10"/>
          <p:cNvSpPr/>
          <p:nvPr/>
        </p:nvSpPr>
        <p:spPr>
          <a:xfrm>
            <a:off x="1352550" y="489577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valid_from    DATE        NOT NULL,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71550" y="5261521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4" name="Text 12"/>
          <p:cNvSpPr/>
          <p:nvPr/>
        </p:nvSpPr>
        <p:spPr>
          <a:xfrm>
            <a:off x="1352550" y="528057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valid_to      DATE        NOT NULL DEFAULT '9999-12-31',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71550" y="5646316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6" name="Text 14"/>
          <p:cNvSpPr/>
          <p:nvPr/>
        </p:nvSpPr>
        <p:spPr>
          <a:xfrm>
            <a:off x="1352550" y="566536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is_current    BOOLEAN     NOT NULL DEFAULT TRUE,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605016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loaded_at     TIMESTAMPTZ NOT NULL DEFAULT now()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643495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);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52550" y="681975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52550" y="720454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 UNIQUE INDEX ux_dim_customer_current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352550" y="758934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ON dim_customer (customer_id) WHERE is_current;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4400" y="8710613"/>
            <a:ext cx="8326502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customer_id chỉ có đúng một dòng is_current = true.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6682963" y="9424988"/>
            <a:ext cx="76683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09/16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0" y="10172700"/>
            <a:ext cx="10287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05311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Kimball vs Inmon vs Data Vault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2857500" cy="9144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3848100" y="2952750"/>
            <a:ext cx="4457700" cy="9144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0" y="3124200"/>
            <a:ext cx="405803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716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Kimball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382000" y="2952750"/>
            <a:ext cx="4457700" cy="9144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8648700" y="3124200"/>
            <a:ext cx="405803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716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Inmon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915900" y="2952750"/>
            <a:ext cx="4457700" cy="9144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10" name="Text 8"/>
          <p:cNvSpPr/>
          <p:nvPr/>
        </p:nvSpPr>
        <p:spPr>
          <a:xfrm>
            <a:off x="13182600" y="3124200"/>
            <a:ext cx="4058031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2716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Vault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1100" y="4114800"/>
            <a:ext cx="24098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Triết lý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3848100" y="3943350"/>
            <a:ext cx="4457700" cy="9144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3375" y="4143375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Dimensional, bottom-up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8382000" y="3943350"/>
            <a:ext cx="4457700" cy="9144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67750" y="413385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3NF, top-down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2915900" y="3943350"/>
            <a:ext cx="4457700" cy="9144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201650" y="413385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Hub – Link – Satellite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181100" y="5105400"/>
            <a:ext cx="24098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Tốc độ ra kết quả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3848100" y="4933950"/>
            <a:ext cx="4457700" cy="9144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43375" y="5133975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Nhanh, theo từng mart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8382000" y="4933950"/>
            <a:ext cx="4457700" cy="9144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67750" y="512445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Chậm, xây nền trước</a:t>
            </a:r>
            <a:endParaRPr lang="en-US" sz="2025" dirty="0"/>
          </a:p>
        </p:txBody>
      </p:sp>
      <p:sp>
        <p:nvSpPr>
          <p:cNvPr id="23" name="Shape 21"/>
          <p:cNvSpPr/>
          <p:nvPr/>
        </p:nvSpPr>
        <p:spPr>
          <a:xfrm>
            <a:off x="12915900" y="4933950"/>
            <a:ext cx="4457700" cy="9144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01650" y="5124450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Trung bình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181100" y="6096000"/>
            <a:ext cx="2409825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Chịu thay đổi nguồn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3848100" y="5924550"/>
            <a:ext cx="4457700" cy="1011436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43375" y="6124575"/>
            <a:ext cx="4000881" cy="649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Trung bình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8382000" y="5924550"/>
            <a:ext cx="4457700" cy="101143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67750" y="6115050"/>
            <a:ext cx="4019931" cy="668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Thấp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12915900" y="5924550"/>
            <a:ext cx="4457700" cy="1011436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3201650" y="6115050"/>
            <a:ext cx="4019931" cy="6685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Cao</a:t>
            </a:r>
            <a:endParaRPr lang="en-US" sz="2025" dirty="0"/>
          </a:p>
        </p:txBody>
      </p:sp>
      <p:sp>
        <p:nvSpPr>
          <p:cNvPr id="32" name="Text 30"/>
          <p:cNvSpPr/>
          <p:nvPr/>
        </p:nvSpPr>
        <p:spPr>
          <a:xfrm>
            <a:off x="1181100" y="7183636"/>
            <a:ext cx="24098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 phức tạp</a:t>
            </a:r>
            <a:endParaRPr lang="en-US" sz="2025" dirty="0"/>
          </a:p>
        </p:txBody>
      </p:sp>
      <p:sp>
        <p:nvSpPr>
          <p:cNvPr id="33" name="Shape 31"/>
          <p:cNvSpPr/>
          <p:nvPr/>
        </p:nvSpPr>
        <p:spPr>
          <a:xfrm>
            <a:off x="3848100" y="7012186"/>
            <a:ext cx="4457700" cy="9144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43375" y="7212211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Thấp</a:t>
            </a:r>
            <a:endParaRPr lang="en-US" sz="2025" dirty="0"/>
          </a:p>
        </p:txBody>
      </p:sp>
      <p:sp>
        <p:nvSpPr>
          <p:cNvPr id="35" name="Shape 33"/>
          <p:cNvSpPr/>
          <p:nvPr/>
        </p:nvSpPr>
        <p:spPr>
          <a:xfrm>
            <a:off x="8382000" y="7012186"/>
            <a:ext cx="4457700" cy="9144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67750" y="7202686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Cao</a:t>
            </a:r>
            <a:endParaRPr lang="en-US" sz="2025" dirty="0"/>
          </a:p>
        </p:txBody>
      </p:sp>
      <p:sp>
        <p:nvSpPr>
          <p:cNvPr id="37" name="Shape 35"/>
          <p:cNvSpPr/>
          <p:nvPr/>
        </p:nvSpPr>
        <p:spPr>
          <a:xfrm>
            <a:off x="12915900" y="7012186"/>
            <a:ext cx="4457700" cy="9144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3201650" y="7202686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Cao, nhiều bảng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1181100" y="8174236"/>
            <a:ext cx="240982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Phù hợp với</a:t>
            </a:r>
            <a:endParaRPr lang="en-US" sz="2025" dirty="0"/>
          </a:p>
        </p:txBody>
      </p:sp>
      <p:sp>
        <p:nvSpPr>
          <p:cNvPr id="40" name="Shape 38"/>
          <p:cNvSpPr/>
          <p:nvPr/>
        </p:nvSpPr>
        <p:spPr>
          <a:xfrm>
            <a:off x="3848100" y="8002786"/>
            <a:ext cx="4457700" cy="9144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43375" y="8202811"/>
            <a:ext cx="400088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Hầu hết công ty VN</a:t>
            </a:r>
            <a:endParaRPr lang="en-US" sz="2025" dirty="0"/>
          </a:p>
        </p:txBody>
      </p:sp>
      <p:sp>
        <p:nvSpPr>
          <p:cNvPr id="42" name="Shape 40"/>
          <p:cNvSpPr/>
          <p:nvPr/>
        </p:nvSpPr>
        <p:spPr>
          <a:xfrm>
            <a:off x="8382000" y="8002786"/>
            <a:ext cx="4457700" cy="9144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667750" y="8193286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 hàng lớn</a:t>
            </a:r>
            <a:endParaRPr lang="en-US" sz="2025" dirty="0"/>
          </a:p>
        </p:txBody>
      </p:sp>
      <p:sp>
        <p:nvSpPr>
          <p:cNvPr id="44" name="Shape 42"/>
          <p:cNvSpPr/>
          <p:nvPr/>
        </p:nvSpPr>
        <p:spPr>
          <a:xfrm>
            <a:off x="12915900" y="8002786"/>
            <a:ext cx="4457700" cy="9144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201650" y="8193286"/>
            <a:ext cx="401993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3235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 nguồn đổi liên tục</a:t>
            </a:r>
            <a:endParaRPr lang="en-US" sz="2025" dirty="0"/>
          </a:p>
        </p:txBody>
      </p:sp>
      <p:sp>
        <p:nvSpPr>
          <p:cNvPr id="46" name="Text 44"/>
          <p:cNvSpPr/>
          <p:nvPr/>
        </p:nvSpPr>
        <p:spPr>
          <a:xfrm>
            <a:off x="16746513" y="9424988"/>
            <a:ext cx="70328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10/16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0" y="10172700"/>
            <a:ext cx="11430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782415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Vault trong 1 hình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4724400" cy="191452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9675" y="3495675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09675" y="3862387"/>
            <a:ext cx="454723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hub_customer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209675" y="4314825"/>
            <a:ext cx="4257866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customer_hk · customer_id · load_dts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5381625"/>
            <a:ext cx="4724400" cy="1624013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09675" y="5638800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SATELLITE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09675" y="6005513"/>
            <a:ext cx="454723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sat_customer_detail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209675" y="6457950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customer_hk · name · tier · load_dts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800" y="4836319"/>
            <a:ext cx="1143000" cy="5715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781800" y="4126706"/>
            <a:ext cx="4724400" cy="1990725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55559" y="4421981"/>
            <a:ext cx="77680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295323" y="4788694"/>
            <a:ext cx="169735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link_sale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7015067" y="5241131"/>
            <a:ext cx="4257866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sale_hk · customer_hk · store_hk · load_dts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06200" y="4836319"/>
            <a:ext cx="1143000" cy="5715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2649200" y="4310063"/>
            <a:ext cx="4724400" cy="162401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2944475" y="4567238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HUB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2944475" y="4933950"/>
            <a:ext cx="4547235" cy="4143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hub_store</a:t>
            </a:r>
            <a:endParaRPr lang="en-US" sz="2250" dirty="0"/>
          </a:p>
        </p:txBody>
      </p:sp>
      <p:sp>
        <p:nvSpPr>
          <p:cNvPr id="21" name="Text 17"/>
          <p:cNvSpPr/>
          <p:nvPr/>
        </p:nvSpPr>
        <p:spPr>
          <a:xfrm>
            <a:off x="12944475" y="5386388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store_hk · store_id · load_dts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Linh hoạt nhưng cần lớp mart bên trên để analyst dùng được.</a:t>
            </a:r>
            <a:endParaRPr lang="en-US" sz="2700" dirty="0"/>
          </a:p>
        </p:txBody>
      </p:sp>
      <p:sp>
        <p:nvSpPr>
          <p:cNvPr id="23" name="Text 19"/>
          <p:cNvSpPr/>
          <p:nvPr/>
        </p:nvSpPr>
        <p:spPr>
          <a:xfrm>
            <a:off x="16809839" y="9424988"/>
            <a:ext cx="6399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11/16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0" y="10172700"/>
            <a:ext cx="12573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75733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 ước đặt tên trong series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347361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Bảng: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fact_*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dim_*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698415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Khoá surrogate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*_sk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khoá nguồn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*_id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732966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Ngày: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dim_date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date_key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YYYYMMDD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525553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 cột </a:t>
            </a:r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snake_case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tiếng Anh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753805" y="9424988"/>
            <a:ext cx="6959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12/16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13716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3048000"/>
            <a:ext cx="8801100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23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 khoá nguồn làm khoá dimension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72600" y="3802335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Surrogate key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 số đo trong dimension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72600" y="461002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 đo ở fact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bảng fact cho mọi grain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372600" y="541771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grain một fact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144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Model theo giao diện báo cáo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72600" y="6225406"/>
            <a:ext cx="88011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Model theo quy trình nghiệp vụ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755666" y="9424988"/>
            <a:ext cx="69413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13/16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14859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8577917" cy="739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#06 — Thiết kế star schema cho POS + thành viên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4290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90700" y="3501405"/>
            <a:ext cx="8165492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1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schema nguồn trong </a:t>
            </a:r>
            <a:pPr algn="l" indent="0" marL="0">
              <a:lnSpc>
                <a:spcPct val="110617"/>
              </a:lnSpc>
              <a:buNone/>
            </a:pPr>
            <a:r>
              <a:rPr lang="en-US" sz="19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data/generator/SCHEMA.md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426720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2672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90700" y="4360069"/>
            <a:ext cx="5005789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 định grain của fact_sales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510540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1054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90700" y="5198269"/>
            <a:ext cx="5272311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Vẽ star schema với 4 dimension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14400" y="594360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59436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790700" y="6036469"/>
            <a:ext cx="6971548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 DDL vào Postgres, load 1 ngày dữ liệu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781800"/>
            <a:ext cx="571500" cy="5715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6781800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790700" y="6874669"/>
            <a:ext cx="6072284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 lời 3 câu hỏi nghiệp vụ bằng SQL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2420600" y="3429000"/>
            <a:ext cx="4953000" cy="22526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30175" y="3838575"/>
            <a:ext cx="45472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30175" y="4357688"/>
            <a:ext cx="425786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 câu trả lời, mỗi câu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≤ 2 join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6741006" y="9424988"/>
            <a:ext cx="70879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14/16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0" y="10172700"/>
            <a:ext cx="16002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31314" y="3975274"/>
            <a:ext cx="422529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555485" y="4722986"/>
            <a:ext cx="11176955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SCD type 2 giải quyết vấn đề gì?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900834" y="5911676"/>
            <a:ext cx="1048625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 sử thuộc tính thay đổi theo thời gian; ví dụ hạng thành viên lúc mua.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50605" y="9424988"/>
            <a:ext cx="69919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145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33351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5198269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2122349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301008" y="3905250"/>
            <a:ext cx="1177290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ETL vs ELT: xây pipeline đầu tiên bằng Python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5650111"/>
            <a:ext cx="1519826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Ba 24/11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6654998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6883598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46289" y="9424988"/>
            <a:ext cx="70351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16/16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1FA7A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2026-10-22T10:10:56Z</dcterms:created>
  <dcterms:modified xsi:type="dcterms:W3CDTF">2026-10-22T10:10:56Z</dcterms:modified>
</cp:coreProperties>
</file>